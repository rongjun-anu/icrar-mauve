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66" r:id="rId6"/>
    <p:sldId id="265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3A3E"/>
    <a:srgbClr val="139B62"/>
    <a:srgbClr val="002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45"/>
  </p:normalViewPr>
  <p:slideViewPr>
    <p:cSldViewPr snapToGrid="0">
      <p:cViewPr varScale="1">
        <p:scale>
          <a:sx n="109" d="100"/>
          <a:sy n="109" d="100"/>
        </p:scale>
        <p:origin x="588" y="1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225" y="2266315"/>
            <a:ext cx="6219190" cy="2387600"/>
          </a:xfrm>
        </p:spPr>
        <p:txBody>
          <a:bodyPr anchor="b"/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225" y="4653915"/>
            <a:ext cx="6219190" cy="1655445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C:/Users/Kuoni-Design/OneDrive - Kuoni Tumlare/Desktop/Adobe Files/2026/EAS 2026/Logo/exports/RGB/eas26_blue_transparentLetters.pngeas26_blue_transparentLetters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1" r="-3095"/>
          <a:stretch>
            <a:fillRect/>
          </a:stretch>
        </p:blipFill>
        <p:spPr>
          <a:xfrm>
            <a:off x="393065" y="666750"/>
            <a:ext cx="2084070" cy="1066165"/>
          </a:xfrm>
          <a:prstGeom prst="rect">
            <a:avLst/>
          </a:prstGeom>
        </p:spPr>
      </p:pic>
      <p:pic>
        <p:nvPicPr>
          <p:cNvPr id="13" name="Picture 12" descr="C:/Users/Kuoni-Design/OneDrive - Kuoni Tumlare/Desktop/Adobe Files/2026/EAS 2026/presentation/Exports/city_1.pngcity_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814"/>
          <a:stretch>
            <a:fillRect/>
          </a:stretch>
        </p:blipFill>
        <p:spPr>
          <a:xfrm>
            <a:off x="4389755" y="635"/>
            <a:ext cx="7802245" cy="5189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DF3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g_A"/>
          <p:cNvPicPr>
            <a:picLocks noChangeAspect="1"/>
          </p:cNvPicPr>
          <p:nvPr userDrawn="1"/>
        </p:nvPicPr>
        <p:blipFill>
          <a:blip r:embed="rId2">
            <a:alphaModFix amt="40000"/>
            <a:clrChange>
              <a:clrFrom>
                <a:srgbClr val="973646">
                  <a:alpha val="100000"/>
                </a:srgbClr>
              </a:clrFrom>
              <a:clrTo>
                <a:srgbClr val="97364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5155" y="1899920"/>
            <a:ext cx="7679690" cy="3324225"/>
          </a:xfr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:/Users/Kuoni-Design/OneDrive - Kuoni Tumlare/Desktop/Adobe Files/2026/EAS 2026/Logo/exports/RGB/eas26_whiteTransparent.pngeas26_whiteTransparent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115"/>
          <a:stretch>
            <a:fillRect/>
          </a:stretch>
        </p:blipFill>
        <p:spPr>
          <a:xfrm>
            <a:off x="425450" y="666750"/>
            <a:ext cx="2051685" cy="1066165"/>
          </a:xfrm>
          <a:prstGeom prst="rect">
            <a:avLst/>
          </a:prstGeom>
        </p:spPr>
      </p:pic>
      <p:pic>
        <p:nvPicPr>
          <p:cNvPr id="10" name="Picture 9" descr="C:/Users/Kuoni-Design/OneDrive - Kuoni Tumlare/Desktop/Adobe Files/2026/EAS 2026/presentation/Exports/city_2.pngcity_2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700905"/>
            <a:ext cx="4038600" cy="21570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35455"/>
            <a:ext cx="10515600" cy="3199765"/>
          </a:xfrm>
        </p:spPr>
        <p:txBody>
          <a:bodyPr>
            <a:noAutofit/>
          </a:bodyPr>
          <a:lstStyle>
            <a:lvl1pPr algn="ctr">
              <a:defRPr sz="6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:/Users/Kuoni-Design/OneDrive - Kuoni Tumlare/Desktop/Adobe Files/2026/EAS 2026/Logo/exports/RGB/eas26_whiteTransparent.pngeas26_whiteTransparent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73" r="-2810"/>
          <a:stretch>
            <a:fillRect/>
          </a:stretch>
        </p:blipFill>
        <p:spPr>
          <a:xfrm>
            <a:off x="5063808" y="5591810"/>
            <a:ext cx="2064385" cy="10661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2700" y="-635"/>
            <a:ext cx="690880" cy="6889750"/>
          </a:xfrm>
          <a:prstGeom prst="rect">
            <a:avLst/>
          </a:prstGeom>
          <a:solidFill>
            <a:srgbClr val="DF3A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g_A"/>
          <p:cNvPicPr>
            <a:picLocks noChangeAspect="1"/>
          </p:cNvPicPr>
          <p:nvPr userDrawn="1"/>
        </p:nvPicPr>
        <p:blipFill>
          <a:blip r:embed="rId2" cstate="hqprint">
            <a:alphaModFix amt="60000"/>
            <a:clrChange>
              <a:clrFrom>
                <a:srgbClr val="973646">
                  <a:alpha val="100000"/>
                </a:srgbClr>
              </a:clrFrom>
              <a:clrTo>
                <a:srgbClr val="973646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75"/>
            <a:ext cx="690880" cy="688911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1850" y="576580"/>
            <a:ext cx="10515600" cy="1078865"/>
          </a:xfrm>
        </p:spPr>
        <p:txBody>
          <a:bodyPr anchor="b"/>
          <a:lstStyle>
            <a:lvl1pPr>
              <a:defRPr sz="3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1850" y="1841500"/>
            <a:ext cx="10515600" cy="42481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C:/Users/Kuoni-Design/OneDrive - Kuoni Tumlare/Desktop/Adobe Files/2026/EAS 2026/Logo/exports/RGB/eas26_blue_transparentLetters.pngeas26_blue_transparentLetters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1" r="-2090"/>
          <a:stretch>
            <a:fillRect/>
          </a:stretch>
        </p:blipFill>
        <p:spPr>
          <a:xfrm>
            <a:off x="9973310" y="5674360"/>
            <a:ext cx="1784985" cy="9226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C:/Users/Kuoni-Design/OneDrive - Kuoni Tumlare/Desktop/Adobe Files/2026/EAS 2026/presentation/Exports/footer.pngfooter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96" t="7403" r="11292" b="156"/>
          <a:stretch>
            <a:fillRect/>
          </a:stretch>
        </p:blipFill>
        <p:spPr>
          <a:xfrm>
            <a:off x="0" y="5481955"/>
            <a:ext cx="12192000" cy="1508125"/>
          </a:xfrm>
          <a:prstGeom prst="rect">
            <a:avLst/>
          </a:prstGeom>
        </p:spPr>
      </p:pic>
      <p:pic>
        <p:nvPicPr>
          <p:cNvPr id="11" name="Picture 10" descr="C:/Users/Kuoni-Design/OneDrive - Kuoni Tumlare/Desktop/Adobe Files/2026/EAS 2026/Logo/exports/RGB/eas26_fullColor.pngeas26_fullColor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82"/>
          <a:stretch>
            <a:fillRect/>
          </a:stretch>
        </p:blipFill>
        <p:spPr>
          <a:xfrm>
            <a:off x="5082540" y="5836920"/>
            <a:ext cx="1823720" cy="971550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1850" y="576580"/>
            <a:ext cx="10515600" cy="1078865"/>
          </a:xfrm>
        </p:spPr>
        <p:txBody>
          <a:bodyPr anchor="b"/>
          <a:lstStyle>
            <a:lvl1pPr>
              <a:defRPr sz="35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31850" y="1841500"/>
            <a:ext cx="10515600" cy="351980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76580"/>
            <a:ext cx="10515600" cy="1078865"/>
          </a:xfrm>
        </p:spPr>
        <p:txBody>
          <a:bodyPr anchor="b"/>
          <a:lstStyle>
            <a:lvl1pPr>
              <a:defRPr sz="35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841500"/>
            <a:ext cx="10515600" cy="42481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:/Users/Kuoni-Design/OneDrive - Kuoni Tumlare/Desktop/Adobe Files/2026/EAS 2026/Logo/exports/RGB/eas26_blue_transparentLetters.pngeas26_blue_transparentLetters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1" r="-2090"/>
          <a:stretch>
            <a:fillRect/>
          </a:stretch>
        </p:blipFill>
        <p:spPr>
          <a:xfrm>
            <a:off x="9973310" y="5674360"/>
            <a:ext cx="1784985" cy="9226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002FC-1D7D-8B4D-9E88-DC5F114289A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14724-6EBA-984F-A445-D6AA37ED1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6c2f01-9258-4348-a69f-714aa33e1a70" xsi:nil="true"/>
    <lcf76f155ced4ddcb4097134ff3c332f xmlns="9e524c25-bdb6-4b7b-a02a-4ac4d805242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63C232639A374B9DC34B05A8BDD9DA" ma:contentTypeVersion="19" ma:contentTypeDescription="Create a new document." ma:contentTypeScope="" ma:versionID="ba0862616f04890dee6f25ed3e442c56">
  <xsd:schema xmlns:xsd="http://www.w3.org/2001/XMLSchema" xmlns:xs="http://www.w3.org/2001/XMLSchema" xmlns:p="http://schemas.microsoft.com/office/2006/metadata/properties" xmlns:ns2="9e524c25-bdb6-4b7b-a02a-4ac4d8052429" xmlns:ns3="3b6c2f01-9258-4348-a69f-714aa33e1a70" targetNamespace="http://schemas.microsoft.com/office/2006/metadata/properties" ma:root="true" ma:fieldsID="161dd5b2db6ec0f30543f499d43ed621" ns2:_="" ns3:_="">
    <xsd:import namespace="9e524c25-bdb6-4b7b-a02a-4ac4d8052429"/>
    <xsd:import namespace="3b6c2f01-9258-4348-a69f-714aa33e1a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24c25-bdb6-4b7b-a02a-4ac4d80524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3c3a554-380f-4f84-8be9-b4a63924fa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6c2f01-9258-4348-a69f-714aa33e1a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969cfc6-fac7-48c3-ac5d-c48e6b73b0a3}" ma:internalName="TaxCatchAll" ma:showField="CatchAllData" ma:web="3b6c2f01-9258-4348-a69f-714aa33e1a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A77302-E9E1-415D-9AEF-ACAB72B719AB}">
  <ds:schemaRefs>
    <ds:schemaRef ds:uri="http://schemas.microsoft.com/office/2006/metadata/properties"/>
    <ds:schemaRef ds:uri="http://schemas.microsoft.com/office/infopath/2007/PartnerControls"/>
    <ds:schemaRef ds:uri="3b6c2f01-9258-4348-a69f-714aa33e1a70"/>
    <ds:schemaRef ds:uri="9e524c25-bdb6-4b7b-a02a-4ac4d8052429"/>
  </ds:schemaRefs>
</ds:datastoreItem>
</file>

<file path=customXml/itemProps2.xml><?xml version="1.0" encoding="utf-8"?>
<ds:datastoreItem xmlns:ds="http://schemas.openxmlformats.org/officeDocument/2006/customXml" ds:itemID="{F94111E5-D9CE-440F-A1F1-038E6E6D2B32}">
  <ds:schemaRefs/>
</ds:datastoreItem>
</file>

<file path=customXml/itemProps3.xml><?xml version="1.0" encoding="utf-8"?>
<ds:datastoreItem xmlns:ds="http://schemas.openxmlformats.org/officeDocument/2006/customXml" ds:itemID="{8AC802F0-CE9A-49FD-8AEF-78A70AE9C4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24c25-bdb6-4b7b-a02a-4ac4d8052429"/>
    <ds:schemaRef ds:uri="3b6c2f01-9258-4348-a69f-714aa33e1a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Annabel Sirvent</dc:creator>
  <cp:lastModifiedBy>Marta Guarch</cp:lastModifiedBy>
  <cp:revision>18</cp:revision>
  <dcterms:created xsi:type="dcterms:W3CDTF">2024-01-25T13:32:00Z</dcterms:created>
  <dcterms:modified xsi:type="dcterms:W3CDTF">2026-06-10T10:05:59Z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A90704300FEF42EA968A843B21C13A72_12</vt:lpwstr>
  </property>
  <property fmtid="{D5CDD505-2E9C-101B-9397-08002B2CF9AE}" pid="3" name="KSOProductBuildVer">
    <vt:lpwstr>1033-12.1.0.26372</vt:lpwstr>
  </property>
  <property fmtid="{D5CDD505-2E9C-101B-9397-08002B2CF9AE}" pid="4" name="ContentTypeId">
    <vt:lpwstr>0x010100FA63C232639A374B9DC34B05A8BDD9DA</vt:lpwstr>
  </property>
  <property fmtid="{D5CDD505-2E9C-101B-9397-08002B2CF9AE}" pid="5" name="MediaServiceImageTags">
    <vt:lpwstr/>
  </property>
</Properties>
</file>