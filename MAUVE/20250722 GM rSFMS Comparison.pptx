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6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>
      <p:cViewPr varScale="1">
        <p:scale>
          <a:sx n="104" d="100"/>
          <a:sy n="104" d="100"/>
        </p:scale>
        <p:origin x="232" y="5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6AC06-EFF5-4741-0B74-B19EC3B238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705C77-AF4B-3583-ACB1-2E430BBC09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1DE91D-F041-3F20-4683-A5BF76AB8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B7EF0-6795-D449-9E96-A6778702A8DE}" type="datetimeFigureOut">
              <a:rPr lang="en-US" smtClean="0"/>
              <a:t>7/22/25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AC6608-1FAC-5AAA-8677-BB9DB6EACE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5A1D2B-F65C-6891-D2B1-BEAB884ED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0AC19-118F-FF4F-9C3A-6AC34A8559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75289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C6479-3064-93F0-76E7-A907554458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3FE1E7-28B3-0114-D92F-E3521583EF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14EB58-3ABD-4A4B-7793-ADD73A99D7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B7EF0-6795-D449-9E96-A6778702A8DE}" type="datetimeFigureOut">
              <a:rPr lang="en-US" smtClean="0"/>
              <a:t>7/22/25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B5FB69-5097-5EC9-A450-18570F5895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24B4C8-BD32-FB48-14C9-090522D5F0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0AC19-118F-FF4F-9C3A-6AC34A8559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20447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D77845-40DA-CD1F-09F2-19F138E9FA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C7A253-3A49-D2EC-BCFD-69A90DBC43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2CBBC3-A6C3-0706-76E4-1318D0BE99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B7EF0-6795-D449-9E96-A6778702A8DE}" type="datetimeFigureOut">
              <a:rPr lang="en-US" smtClean="0"/>
              <a:t>7/22/25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0458DD-0CF0-C1FE-F7E3-A9FC882DAB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DD0649-8697-EC98-580F-582D582623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0AC19-118F-FF4F-9C3A-6AC34A8559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49168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AB565A-17D6-8B80-CF2A-0F18796A5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7F99FF-B7D7-F148-B8E6-CB6E65717A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570F2B-7943-97C8-6833-DF03E5635F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458EC2-6C80-A0C7-16EF-5A3F7872D7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B7EF0-6795-D449-9E96-A6778702A8DE}" type="datetimeFigureOut">
              <a:rPr lang="en-US" smtClean="0"/>
              <a:t>7/22/25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4E312F-5D65-C17B-7D58-99B4034107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6EE72C-870E-7B20-F1E0-A258B7E7FA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0AC19-118F-FF4F-9C3A-6AC34A8559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1749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0EFE2F-074E-462A-A633-DE59731A36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A36F49-60E2-51DD-D2E5-52FCD4962E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BD619B-E61C-337F-881D-6C10850D5D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F9AAD6-A160-31BA-FA0A-7C0A8BF2EC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295D9C0-9E42-8E8A-DCAA-91F4390ED4B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50282B4-EF85-AB98-160D-D78F3C9F9A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B7EF0-6795-D449-9E96-A6778702A8DE}" type="datetimeFigureOut">
              <a:rPr lang="en-US" smtClean="0"/>
              <a:t>7/22/25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DF897B7-7650-58B2-EC72-A2D0AAA159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BFFE36F-03F7-4035-74C9-485EF43D2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0AC19-118F-FF4F-9C3A-6AC34A8559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5753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5A7DB-9666-EC85-BAC7-01DC28A34D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1CC17C9-0B99-4F56-C0F9-9EB8469A6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B7EF0-6795-D449-9E96-A6778702A8DE}" type="datetimeFigureOut">
              <a:rPr lang="en-US" smtClean="0"/>
              <a:t>7/22/25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01A718-DCB0-7E01-D3B5-AD78D0301D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627234-72BC-C297-13F7-2C4921D48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0AC19-118F-FF4F-9C3A-6AC34A8559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4639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11B6D7D-64FB-DAA8-96EB-D3B612CCE8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B7EF0-6795-D449-9E96-A6778702A8DE}" type="datetimeFigureOut">
              <a:rPr lang="en-US" smtClean="0"/>
              <a:t>7/22/25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BD1090-E88B-83A0-ABF6-3527BFA7EF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0A3F8B-34EC-B1AE-F045-3A4A7ABF94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0AC19-118F-FF4F-9C3A-6AC34A8559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3553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F9414F-1619-2B67-367F-303937DAE3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C6DDA1-AAB9-7793-3CDD-54094F1DDD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160F4C-5C0F-CD81-5BA3-D42D69387F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0781D9-35B4-D074-886C-D9D62BF88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B7EF0-6795-D449-9E96-A6778702A8DE}" type="datetimeFigureOut">
              <a:rPr lang="en-US" smtClean="0"/>
              <a:t>7/22/25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51874F-D711-AAE7-F702-269C4FDF30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02BA1C-31C1-1AC8-9200-19DE054EC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0AC19-118F-FF4F-9C3A-6AC34A8559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57511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6853F6-7F2A-9E34-E410-438C99B7A6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874F876-96D4-BB70-FD63-04C189CB92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E9D86C-442A-2A53-0A6C-5DFB7230E8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FD0BFF-A3EC-56E3-ADE3-B38353FF84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B7EF0-6795-D449-9E96-A6778702A8DE}" type="datetimeFigureOut">
              <a:rPr lang="en-US" smtClean="0"/>
              <a:t>7/22/25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0705CC-06D6-696E-6D66-EBE3DA92EB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AAE163-A7FD-4746-2465-A56CAD8BC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0AC19-118F-FF4F-9C3A-6AC34A8559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6575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D35A3-F411-CB08-FE94-9220A0334B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312128-937B-A162-B17A-46A5B5B0E4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B7D922-06EC-D116-4DA3-2A3F7C2C25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B7EF0-6795-D449-9E96-A6778702A8DE}" type="datetimeFigureOut">
              <a:rPr lang="en-US" smtClean="0"/>
              <a:t>7/22/25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6CCF95-41A8-CCCB-F22A-344468414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204A80-962D-AE0C-C44F-0743E127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0AC19-118F-FF4F-9C3A-6AC34A8559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47002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C53FA1E-0B00-3901-5CB2-EB366742E4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CA328C-7590-D234-0544-B5E7C645CC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0434E4-86E2-CE17-BE62-E1A64D07A7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B7EF0-6795-D449-9E96-A6778702A8DE}" type="datetimeFigureOut">
              <a:rPr lang="en-US" smtClean="0"/>
              <a:t>7/22/25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7252C2-D0C3-7F7C-A76A-CD71627446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C6A9C8-8A75-82A8-BFD9-6DC51C57E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0AC19-118F-FF4F-9C3A-6AC34A8559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8536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6C9717-53DC-F798-B925-E969310DD6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3F9B9B-39B7-0FCB-66AE-77C5058F83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627208-4726-EBBD-C922-CFBFC7D55A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9B7EF0-6795-D449-9E96-A6778702A8DE}" type="datetimeFigureOut">
              <a:rPr lang="en-US" smtClean="0"/>
              <a:t>7/22/25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E50D94-4E13-D4BB-5C85-405823429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270A80-BD8F-5EED-092C-79547688EB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60AC19-118F-FF4F-9C3A-6AC34A8559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35604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5AF5DC9-85F6-6469-4EC2-113D33E177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551" y="0"/>
            <a:ext cx="10562897" cy="6862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91121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7C75401-07AD-E907-58E4-786F8C94AD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011044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DFBA9FD-E393-1D10-8FFA-0B60E49173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1044" y="138486"/>
            <a:ext cx="7180956" cy="6581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08001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FF5DCD2-0EEF-C128-00A8-9AD925B342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069" y="315257"/>
            <a:ext cx="6093941" cy="345847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EAC1366-C33F-0936-80CC-0B6791965C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070" y="3953410"/>
            <a:ext cx="6995984" cy="191680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85203B6-F585-83FF-2FAA-58C4C8FF09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8611" y="0"/>
            <a:ext cx="5637550" cy="431570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42A350F-067C-A296-A920-3C82183056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96016" y="4315702"/>
            <a:ext cx="6995984" cy="2434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54779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0</Words>
  <Application>Microsoft Macintosh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Rongjun Huang</dc:creator>
  <cp:lastModifiedBy>Rongjun Huang</cp:lastModifiedBy>
  <cp:revision>1</cp:revision>
  <dcterms:created xsi:type="dcterms:W3CDTF">2025-07-22T05:47:56Z</dcterms:created>
  <dcterms:modified xsi:type="dcterms:W3CDTF">2025-07-22T05:57:47Z</dcterms:modified>
</cp:coreProperties>
</file>