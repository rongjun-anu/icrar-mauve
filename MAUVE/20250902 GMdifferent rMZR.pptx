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98099-2956-629C-7817-9EBE53B38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2513B-6348-7ADF-3916-8A423F647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BD286-E640-0FBC-4919-ED0C7093A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0DF2E-4176-D941-AA10-EA380491B1AA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D955A-4198-2BF4-1302-4D0BCB84E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3B2C2-7AF4-3EA0-B79E-D441544CC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FC464-B78A-1844-BB71-A7F8BB431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12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CCD6A-7181-C957-1433-0A21C4C4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57650-41D6-7E38-479C-6FB6130B9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E78AE-6E80-42BB-F19A-9E1E55198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0DF2E-4176-D941-AA10-EA380491B1AA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01492-47D1-9359-DA60-C6BB9B39F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8D915-AD1A-6BEE-4098-E486C027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FC464-B78A-1844-BB71-A7F8BB431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4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14502-FC5A-2471-DAC7-ECAD6ECA1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A17A2-A3C0-45E1-D0E4-8FBC1E84F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E1B99-500F-8873-4AF5-7601C19C4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0DF2E-4176-D941-AA10-EA380491B1AA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782A9-9C04-C9DD-939C-8F30B9AAC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FA411-936A-0642-86A9-D52974B4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FC464-B78A-1844-BB71-A7F8BB431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1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EAD73-7117-D96E-697F-A8778775A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8DF88-8593-484D-85D3-558C2F76F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D4EF8-AE3F-BC42-BF3F-506A773E3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5A425-8009-3786-626B-0A7580DB8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0DF2E-4176-D941-AA10-EA380491B1AA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435E5-F853-156F-F3D7-E80EF82F8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B6870-3D60-16FF-AB41-8BF1DF26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FC464-B78A-1844-BB71-A7F8BB431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43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237F-B375-9388-031C-07FDE3765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FA172-9021-1B8B-6D49-027D4803D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18E4D-83C7-0566-23CE-D61F911E6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EEABB9-EA0B-48EB-CC31-0A27228904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CB406-797D-AAF2-28D2-8EB197E73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416010-0AC7-31BC-33A7-E8BB86B4C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0DF2E-4176-D941-AA10-EA380491B1AA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4B8CCA-2CCB-E60C-1A69-19EC77C56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F2BED7-9189-389E-1AE2-276EA28C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FC464-B78A-1844-BB71-A7F8BB431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03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4A991-A0A2-0431-B734-3CA392731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2D0AB2-EF55-F8E3-EF4C-B8028612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0DF2E-4176-D941-AA10-EA380491B1AA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F57B2-D394-9A9F-8815-3449FE72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33248-4571-0BC9-9B1D-24690C2B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FC464-B78A-1844-BB71-A7F8BB431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7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CB564-2EA6-8870-F724-28C356CF7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0DF2E-4176-D941-AA10-EA380491B1AA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983A8A-3DA7-CC56-19B3-9C35933F5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554B7-D584-7609-3C08-837E8FDEA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FC464-B78A-1844-BB71-A7F8BB431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80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F649F-E38A-61F5-52F6-D2149B9B0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9A493-E413-67C0-B84F-712D3ACF0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08FD1-83F9-583B-B239-5F487CCFA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D907E-5CD6-006C-A6B2-C2D72CE4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0DF2E-4176-D941-AA10-EA380491B1AA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23A3A-5812-F5C4-04C0-E4593A866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14897-5857-4D67-6BB0-1ECE1BA2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FC464-B78A-1844-BB71-A7F8BB431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8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C619C-038F-A6C7-675B-4CFEBB98D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3E2756-DFAC-B9DD-C496-E2C60ABF9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8A839-2E2E-D2DC-B170-C73451CF6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404C1-053F-99B1-8527-66CD9034D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0DF2E-4176-D941-AA10-EA380491B1AA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D6F3B-3DEE-06D6-1795-624B18AFD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59A73-C6B3-348A-857B-E406A0D2D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FC464-B78A-1844-BB71-A7F8BB431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64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5560-CC8F-D8E5-A080-3167F9BAF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13289-695F-2FE9-52A3-EF6D05ADC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EA8A0-A594-27BD-9947-02D179D90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0DF2E-4176-D941-AA10-EA380491B1AA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90203-BD28-08D4-F5FE-D7EABE9D2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894AC-07FB-4D5A-C135-127CCE60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FC464-B78A-1844-BB71-A7F8BB431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20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4C53B6-CCF3-4A7D-2262-2998C9802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6BCA34-2B52-DBBA-8A0E-7D541EE4C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9131A-4027-05F9-C4BC-A7A9EC4F7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0DF2E-4176-D941-AA10-EA380491B1AA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DDED5-6B04-7044-8AD5-AB18EC8A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5043F-8C93-0913-4885-0A3F9657F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FC464-B78A-1844-BB71-A7F8BB431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9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A7792E-486C-A705-1ACC-2DAFF983F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E9080-47B1-07BA-787B-0C0E95FCC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5544F-96B1-5E71-48E7-F12DE9CAD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0DF2E-4176-D941-AA10-EA380491B1AA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353B0-54AC-DA33-CC96-09F112173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DD341-6EE2-1F14-4229-3A742BECB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6FC464-B78A-1844-BB71-A7F8BB431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8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34245D-49ED-2923-DA9D-25FBB4609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08" y="510290"/>
            <a:ext cx="7772400" cy="58374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478590-F3EA-6AE7-F96A-772E628DE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108" y="0"/>
            <a:ext cx="2837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27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ED73D-86FC-82E9-847D-A213EEC87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591602-BB81-09C1-3B0E-F061CED26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108" y="0"/>
            <a:ext cx="2837234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A681F34-22A3-8025-D8A1-B50C6FA97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08" y="510290"/>
            <a:ext cx="7772400" cy="583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836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195DC-E66C-EB62-759D-815428C9E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A3932C-B54A-C180-B529-3E284F395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108" y="0"/>
            <a:ext cx="2837234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31FC428-C52C-08A3-31DA-180676D98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08" y="510290"/>
            <a:ext cx="7772400" cy="583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69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1BF2E-DD94-F144-2A0C-D9A505334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A119A6-D2F3-FEFE-09C4-AB677B87B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108" y="0"/>
            <a:ext cx="2837234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E2E8A81-2D0B-9BF0-2A60-F846B62D6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08" y="510290"/>
            <a:ext cx="7772400" cy="583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769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B2D04-1D38-BECE-5A49-8622ECE66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8CDBAF-F15D-43C7-4193-7F718EE12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108" y="0"/>
            <a:ext cx="2837234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21FCC4-B3F1-0D3F-F4E6-E217BB9FF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08" y="510290"/>
            <a:ext cx="7772400" cy="583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556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DA5E0-93AF-4A33-4EB6-B84B7F62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FF3F0C-8699-3775-9E28-E6A30BC7A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108" y="0"/>
            <a:ext cx="2837234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EE3B6E-35E7-617A-3E0B-05F2C1CD1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08" y="510290"/>
            <a:ext cx="7772400" cy="583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69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Rongjun Huang</dc:creator>
  <cp:lastModifiedBy>Rongjun Huang</cp:lastModifiedBy>
  <cp:revision>3</cp:revision>
  <dcterms:created xsi:type="dcterms:W3CDTF">2025-09-02T05:52:21Z</dcterms:created>
  <dcterms:modified xsi:type="dcterms:W3CDTF">2025-09-02T09:02:46Z</dcterms:modified>
</cp:coreProperties>
</file>