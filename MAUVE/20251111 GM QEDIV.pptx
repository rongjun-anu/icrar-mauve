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57" r:id="rId3"/>
    <p:sldId id="256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35"/>
  </p:normalViewPr>
  <p:slideViewPr>
    <p:cSldViewPr snapToGrid="0">
      <p:cViewPr varScale="1">
        <p:scale>
          <a:sx n="104" d="100"/>
          <a:sy n="104" d="100"/>
        </p:scale>
        <p:origin x="232" y="5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2AB23-BA34-2B44-29D3-ABE1403B82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25D16C-6BA3-7411-6307-D5C58E128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B46AF5-5EEC-1C5B-47C7-2B0C580F6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5AB67-04B7-1441-A322-DC53F68F743D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513063-C960-8A2D-45C2-9F48F5912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F79ADB-4179-959D-4119-22E0025DE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A4A9F-82EC-2E47-AF1E-39D078C8ED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272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C6AA6-A9E4-ECE2-8B19-A2B92B8BA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BC24E2-4F65-D09A-8283-359D9366DE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4FB5DE-F043-98B8-899D-7EDA4A861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5AB67-04B7-1441-A322-DC53F68F743D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8280FB-6F6A-7967-B7CE-E9595865C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DB49B5-82C9-A7AB-65E4-C0FC21C2D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A4A9F-82EC-2E47-AF1E-39D078C8ED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6120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089EA-964C-0388-8D18-AF1E35AB2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90C27-C379-7D9F-74B3-C7EAFCC306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3DE793-B8A1-FBDE-0F65-B2626D9A3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5AB67-04B7-1441-A322-DC53F68F743D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FC81A3-2BC8-8A26-FFAC-69732132E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7E47F1-0A34-4602-34A3-85E681B63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A4A9F-82EC-2E47-AF1E-39D078C8ED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002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B93BA-102F-4E28-7DC8-C47E94DE6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202EBF-E13F-E1C0-EA38-85C0E4305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1A18CC-8B6A-DB19-EFE4-E2C285503B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122850-1E12-794F-1BE1-5C746CCDC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5AB67-04B7-1441-A322-DC53F68F743D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11D63D-CE41-1300-6B96-A88660208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B8915C-358F-67FE-F82D-696396F37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A4A9F-82EC-2E47-AF1E-39D078C8ED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285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6211A-E172-C115-48CD-8CDA93DB8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708C45-579C-CE8E-971B-7BC9060B54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2FBC58-1C48-99CA-F0D9-37E42399C7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DB401E-A7F1-BCEE-7898-C2E6F4750F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BA88B4-3A90-E2B8-E583-38716157A9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4BE23D-5A19-0164-A8E4-45E597C88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5AB67-04B7-1441-A322-DC53F68F743D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C29690-6E57-3B9F-256E-A27ECBD51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960C0A-90D1-CED2-9DBD-BFE3F1E95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A4A9F-82EC-2E47-AF1E-39D078C8ED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885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46A11-DCDC-90E1-848C-303342F2C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E13FFC-14AD-9D5E-B675-0CE235562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5AB67-04B7-1441-A322-DC53F68F743D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A360F9-8023-88FF-E6EA-1DEE206B0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BE80E5-2458-CCD1-F120-E34E9B866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A4A9F-82EC-2E47-AF1E-39D078C8ED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905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2F23AF-0B55-13E5-00D3-CD184C769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5AB67-04B7-1441-A322-DC53F68F743D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83BE71-1C06-7BD7-6FA4-FEB9CFBA3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E1AD87-7A15-46F6-973B-7B2021A24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A4A9F-82EC-2E47-AF1E-39D078C8ED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0691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5DB31-121A-C346-6C34-47178574D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2ECD0-4F8F-9073-A1B3-EC376FFA40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0B6BCB-22B4-DF87-2A6E-6E1FCFAEDA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49C77B-8922-925A-D93F-777BF9B1D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5AB67-04B7-1441-A322-DC53F68F743D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F2733D-ABBF-9DBC-B4F4-D5DE9972C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4C2B26-76C6-72BF-BF2B-25198A41E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A4A9F-82EC-2E47-AF1E-39D078C8ED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0406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C35AD-B73B-976D-9C79-3EF5A0382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1C3C76-FD3F-F520-6150-EE9EFD8281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C6CDF-2720-A569-1A00-1FB7CC7633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CA2662-0B5A-D9B1-1685-7043A2689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5AB67-04B7-1441-A322-DC53F68F743D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0D9ED5-DB05-2379-D8D6-9F1DC013B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182835-07EA-DF87-2FAA-B8A603657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A4A9F-82EC-2E47-AF1E-39D078C8ED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8207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ED245-831D-42E4-A6A5-5F1540C04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BC1B9D-228D-2D69-B312-3B69EE7B17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638BE9-2E75-6709-7BA7-ED86C54DD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5AB67-04B7-1441-A322-DC53F68F743D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D48CBF-FA12-1361-CD5A-464508491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1A1056-73D0-BE31-A461-7F06A0F94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A4A9F-82EC-2E47-AF1E-39D078C8ED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8265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D1209C-0017-49C8-725A-A5E2BB0CA3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1CD853-5AEE-324F-2064-6C38D4CE42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07927B-08E7-D921-99B1-E08227D69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5AB67-04B7-1441-A322-DC53F68F743D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0D7F0-FD0D-9FF1-D181-14055E3F1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5036E5-0B23-4BC1-958A-051F07681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A4A9F-82EC-2E47-AF1E-39D078C8ED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7548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8636DE-F106-8D1F-3873-13E698AD6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B0A53B-052C-7223-17FF-44DFF14C24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F9BFDD-4949-F5F3-6541-4432EFD5F0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B5AB67-04B7-1441-A322-DC53F68F743D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5F4E11-7BDF-3A25-E706-E88BAD8A37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B983AA-CCB8-D2D7-1C7B-A226E728D5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4A4A9F-82EC-2E47-AF1E-39D078C8ED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625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92E46-524C-7D25-7BBE-E1DB52BEC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1BA79-7A6F-F432-7F2C-8649B7D39E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927595-B4C6-7566-6E34-61E3644EBE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C9C853-2A3A-0F1F-1735-BADB87F56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5059" y="0"/>
            <a:ext cx="968188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1357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D4C028-BD63-C537-2FE5-1D30E70F8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39517-333C-636E-2CD9-DFF42A2150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9C2645-B53B-AD78-65EF-7F317B7E07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EF01DE-4675-2335-BA83-BCBEF6DD2B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442" y="0"/>
            <a:ext cx="10629115" cy="501856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01C4F99-7874-04BE-0FE4-2B4EC52273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5349875"/>
            <a:ext cx="4654031" cy="1238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1216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F95B3-7A09-3507-EB02-424615211BF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99A48A-961A-A880-EBF9-9F9E081064F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7904ED-5EA2-05AF-409D-E7D115CB35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3502" y="0"/>
            <a:ext cx="70849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9392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23E16A-8261-B9A6-CEA7-4164FC593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8F8A5-C248-3280-AF8C-BFA17C5FB9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BE07E7-D244-2CF2-FF1C-DE7A38B047D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8C5A71-AECE-DF63-392E-22D92AEE8D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2657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0352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C640D-D8FC-BDC5-5620-CA3F96074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55168-4E2B-8EDC-187B-C5B18A90FC6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EF1E57-53EA-479E-AA93-F385FB68B5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1DB6F4-234D-8379-2F23-ABFF81591D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1735" y="0"/>
            <a:ext cx="8270265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6DEB344-89D4-867E-6F06-8B9BBF3C07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61" y="1303871"/>
            <a:ext cx="3888274" cy="10122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A9845DA-AB44-DDE4-6CB2-A992EBAEF5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61" y="4318121"/>
            <a:ext cx="3888274" cy="1236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0807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5F5153-F725-0E61-64B5-10EA20115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2B909-9D5D-04B1-4E3B-1FF31ABD27D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A5DD85-FC66-BA60-DD1D-0AE22FB98E2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AB5094-494F-DBE3-09FD-3FC3D5B2CF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507" y="0"/>
            <a:ext cx="7142232" cy="535667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BDC2569-6EC4-A572-A2A6-084F61EB73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7724" y="0"/>
            <a:ext cx="3404937" cy="685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DBCBDAC-0111-976E-7B39-395D5B86F0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0780" y="5247438"/>
            <a:ext cx="3937686" cy="1610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3753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0</Words>
  <Application>Microsoft Macintosh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Rongjun Huang</dc:creator>
  <cp:lastModifiedBy>Rongjun Huang</cp:lastModifiedBy>
  <cp:revision>1</cp:revision>
  <dcterms:created xsi:type="dcterms:W3CDTF">2025-11-11T03:25:33Z</dcterms:created>
  <dcterms:modified xsi:type="dcterms:W3CDTF">2025-11-11T04:12:01Z</dcterms:modified>
</cp:coreProperties>
</file>