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04" d="100"/>
          <a:sy n="104" d="100"/>
        </p:scale>
        <p:origin x="232" y="5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05:20:50.5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1114 0 24575,'-36'36'0,"0"0"0,-34 33 0,24-27 0,-2 1 0,1 4 0,1-2 0,4-9 0,2 0-4916,3 5 1,1 0 3425,-24 22-665,32-20 2155,8-15 2155,0 0-2155,5-7 0,-12 6 0,12-6 0,1 7 0,-5 0 4537,-11 43-4537,1-18 0,-10 36 0,10-27 0,6-1 0,-1-17 0,0 1-4537,-1 23 4537,-11 6 0,13-31 0,8-15 4537,-9 15-4537,16 34-4537,-10-7 4537,16-9 0,1 0 0,-8 9 0,2-9 0,0 0 0,3 8 0,-8-9 0,1 0 0,8 8 0,-6 21 4537,9-42-4537,0-4 0,0-15 6784,0 0-6784,0 0 0,0-7 0,0 6 0,0 9 0,0-4 0,0 53 0,0-31 0,9 35 0,3-28 0,5-14 0,-6 23 0,1-8 0,-4 1 0,9 7 0,-2-39 0,8 12 0,-8-15 0,8 15-6784,4 4 6784,5 14 0,9 1 0,-15-18 0,-2 1 0,11 23 0,-11-23 0,0-1 0,7 18 0,10-1 3392,-3-9 0,0 1-3392,12 20-3392,1-12 0,-1-1 3392,-2 6 0,12-4 0,5 12 0,-30-38 0,37 29 0,-41-48 0,9 8 6784,-18-17-6784,-2 6 0,7 0 0,-10 0 0,9-7 0,-6 6 0,-4-12 0,-2 12 0,-2-12 0,-10-1 0,4-1 0,-6-5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05:20:51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725 0 24575,'21'28'0,"6"15"0,8 4 0,-9-2 0,0 2 0,18 22 0,2 8 0,-6-28 0,-17-19 0,3-2 0,-12-2 0,0-10 0,-6 4 0,4-6 0,-10 0 0,4 0 0,-6 0 0,0 0 0,0 0 0,0 0 0,0 6 0,0 2 0,0 21 0,0-12 0,0 6 0,0-17 0,0-6 0,-6-6 0,4 4 0,-16-10 0,9 4 0,-12 0 0,7-4 0,0 4 0,-6-6 0,5 0 0,-5 0 0,-7 0 0,4 0 0,-5 0 0,-13 0 0,15 0 0,-17 0 0,-30 0 0,19 0 0,-39 0 0,32 0-6784,14 0 6784,-11 0 0,27 0 0,-12 0 0,15 0 0,0 0 0,6-6 0,-4 4 0,4-4 0,0 6 0,-4 0 0,10 0 0,-10 0 0,11 0 0,-6 0 6784,7 0-6784,0 0 0,0 0 0,7 0 0,0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05:20:53.5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4384 24575,'14'0'0,"0"0"0,-1 0 0,1-7 0,0 6 0,7-18 0,0 4 0,7-13 0,6-15-6784,12-34 6784,-9 14 0,5-5 0,4-6 0,3-2 0,-10 17 0,2-1 0,-2 2-2269,10-18 1,-2 5 2268,-7 15 0,-2 0 0,-5-7 0,-3 3-3034,13-9 3034,-21 22 0,-1 2 0,18-17 0,-16 1-101,0 17 1,3-5 100,4-27 0,0-5 0,-3 10 0,0-3 0,-5 3 0,0-6 0,-1 6 0,4 0 0,-2 4 0,-6 0 0,0 4 1467,3 16 0,0 2-1467,6-47 0,-7 37 0,-3-18 4387,-1 30-4387,-12 11 451,6-11-451,-9 1-4537,9-5 4537,-7-45 0,7 23 0,-9-24 0,0 32 0,0-28-3034,0 35 3034,0-16 0,0 42 0,0 6 3034,0-4-3034,0 11 0,-6-12 0,-2 5 0,-6-5 0,-6-1 0,-26-40 0,12 30 0,-12-30 0,19 47 1144,6-6-1144,-7 5 0,6-6 0,-4 1-2606,4-1 2606,0 0 0,-10-15 0,9 11 2535,-23-38-2535,15 35-3389,-9-20 3389,12 27 2316,6 6-2316,-22-25 0,24 20 0,-25-23 0,30 22 0,-6 7 4537,-5-12-4537,9 10 0,-16-5 0,24 8 0,-10 12 0,18-4 0,-5 10 0,6-4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4-29T05:20:54.6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727 15 24575,'-14'-8'0,"-6"2"0,-16 6 0,-13 0 0,-7 0-4252,3 0 1,-1 0 4251,-3 0 0,2 0 1719,-18 0-1719,51 0 0,2 0 0,6 0 0,0 0 0,0 0 0,-19 0 0,8 0 0,-9 0 0,8 0 0,10 0 0,-4 0 0,6 0 0,7 6 0,7 2 0,1 12 0,18 2 0,-10 6 6784,23 14-6784,-3 5 0,12 15 0,-15-18 0,0 4 0,1 0 0,1 4 0,4 11 0,1 4-249,5 13 0,-2-2 249,-11-24 0,-2-2-3310,2 4 1,-4-7 3309,-10-13-1897,1-9 1897,-10-12 0,4 5 0,0-12 0,-4 5 0,4-12 0,-6 5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BFC4-C573-1C83-EEE1-EE5C228E9A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1886CE-DB4D-CCF5-D9FA-2A0FDA15AA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06DEFD-F83C-7B5E-D0AF-5440377BC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EB6BB-B6F9-EA09-7FD9-4712BA8CF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2BE2A8-8B52-D9BE-0F03-420697608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758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F8CDC-D011-F93D-B655-465B889E91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1DE3D5-2E8B-5A08-76FF-903891E8CF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7A745E-BDE3-5863-D888-0E1D05239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18FD15-5B70-6653-20D3-EB254FD62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845473-D186-DE40-21C2-630B55A44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31133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C165A-2779-8FFE-8A49-A6A76F549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E20A89-EBEA-6B9D-F5DE-211563F56C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CEA48B-A4CD-4508-4AD1-929BDA3EE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9E89AB-8E5D-020D-1612-5EC97E0A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122078-7248-486B-97F7-FCA6A5B49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343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5B2FE-824B-2FE0-4FD9-684C1473C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CB18FF-58AB-EF37-DAA5-F4E87049B7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11273C-1BEF-469F-745E-337B0DB6D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6853C4-159E-5CF5-170D-7916F011B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2B90B3-7B85-921C-3E6C-6B4FCE931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48893F-03C3-42DB-0D22-558644BBC1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1808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21C4C-43E1-B1F8-E8D7-5A4906C15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283563-DCFF-1A76-ED24-712FCF9E9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488860-E114-1748-B5BF-B672F2BFC4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2583444-1418-1F09-4F2D-3EC2268F9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F16D9E7-6DB4-838D-2817-DDA8C7B6ED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8335DC-ECDC-76CC-3CEC-F28AC449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ED689D-8A99-77B7-A061-E5D07CC87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DA8CBF-45FC-B933-657D-15A0630DD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712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E77E6-F7D5-2057-4A07-F2915B0D3F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433A8D-92C5-C0AD-D6D9-892A9B57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B5B01-D8E3-AA0D-CA4D-54086AE55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2297F7-4D10-CB1E-1B6E-56523754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5341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2D0B1C-AF3C-35A3-2842-437D705DF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4690A74-B69A-D9C8-900D-90B1434D2F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E4C451-83C0-8602-9DFB-3B222A44B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555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D3DB-297A-DCA5-56F2-686185923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23B05F-B1AD-C69C-C82D-C8593B88AD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8A2301-DD30-8E5A-6EFC-9E6176B22F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D0C55-D4A7-B7FE-63FF-EEDF9F5CB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BFADA-B0A8-8DBB-9233-740C44A02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CBF188-5448-32A0-3045-D522E2640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172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7B768-BE08-5736-5EF1-8F9BBF730E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E4D4D8-8C71-B82B-BDFD-334661721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C6E4C-44E9-B1DD-A705-927B7A5D5A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CCD50E-924B-6B3B-B1D1-B252CE2D2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12E82D-B5E3-A26E-291D-C4418BA86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B8FC5D-525F-135F-BA54-C66A9CA03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369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620237-E8DE-6A0F-5753-55E2C855E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5D0420-400A-8FC8-A006-B00DF5F41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71141-BDD3-BD9F-86A4-0CD823F17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09FFF4-AC64-3BEE-1860-FB6AF71F8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A0E71-2F30-81FA-AC4A-78DB1D2CB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157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B6586D-0AE9-C885-85BA-B32C106FDD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186804-9CFC-38BC-50DE-F6FD36970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495099-AD83-8CC8-2972-713B720FF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13C73-0F2D-9C5A-BDF4-FE07A5C64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FF6895-3099-5225-6B95-2FF901BD5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419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6F9975-FB59-04C4-853A-9476FFCE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E34482-1F3C-94E4-B5E4-AE78576E7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757D07-CBEA-97A8-B182-B521F3A10A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A9A6FB-631A-BC4F-AC30-1EE41D2CE77D}" type="datetimeFigureOut">
              <a:rPr lang="en-US" smtClean="0"/>
              <a:t>4/29/25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78EF-81E6-7E4C-51A9-B561B553FFF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F4C56-A9FD-9790-E70E-8101EFB913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A09440-DACA-5F4C-A1CD-C5503B4FBD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258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12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customXml" Target="../ink/ink4.xml"/><Relationship Id="rId5" Type="http://schemas.openxmlformats.org/officeDocument/2006/relationships/customXml" Target="../ink/ink1.xml"/><Relationship Id="rId10" Type="http://schemas.openxmlformats.org/officeDocument/2006/relationships/image" Target="../media/image6.png"/><Relationship Id="rId4" Type="http://schemas.openxmlformats.org/officeDocument/2006/relationships/image" Target="../media/image3.png"/><Relationship Id="rId9" Type="http://schemas.openxmlformats.org/officeDocument/2006/relationships/customXml" Target="../ink/ink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90DE0AF-C665-35F3-F059-BFCC5E803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6414" y="0"/>
            <a:ext cx="3773596" cy="359606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1E4839B-5EA3-9A9E-6B9B-7133CBAC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414" y="3780667"/>
            <a:ext cx="9639171" cy="24632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CCEE86-C786-2F8F-8A9E-1B2F6B24FC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278" y="0"/>
            <a:ext cx="3967307" cy="378066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019E6FE8-BBBC-B4CD-1592-4E998674D060}"/>
              </a:ext>
            </a:extLst>
          </p:cNvPr>
          <p:cNvGrpSpPr/>
          <p:nvPr/>
        </p:nvGrpSpPr>
        <p:grpSpPr>
          <a:xfrm>
            <a:off x="421054" y="2906990"/>
            <a:ext cx="587520" cy="1754280"/>
            <a:chOff x="421054" y="2906990"/>
            <a:chExt cx="587520" cy="17542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88FFBCC-0051-C2AB-637A-A1176FCF9F7C}"/>
                    </a:ext>
                  </a:extLst>
                </p14:cNvPr>
                <p14:cNvContentPartPr/>
                <p14:nvPr/>
              </p14:nvContentPartPr>
              <p14:xfrm>
                <a:off x="421054" y="2906990"/>
                <a:ext cx="442080" cy="16387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88FFBCC-0051-C2AB-637A-A1176FCF9F7C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12054" y="2897990"/>
                  <a:ext cx="459720" cy="165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B63E87E2-23AE-6EDA-C765-4A72CF39649F}"/>
                    </a:ext>
                  </a:extLst>
                </p14:cNvPr>
                <p14:cNvContentPartPr/>
                <p14:nvPr/>
              </p14:nvContentPartPr>
              <p14:xfrm>
                <a:off x="614014" y="4354190"/>
                <a:ext cx="394560" cy="307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B63E87E2-23AE-6EDA-C765-4A72CF39649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05014" y="4345190"/>
                  <a:ext cx="412200" cy="32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AE024D0-84D7-6A71-01D3-B8F69B85E3D0}"/>
              </a:ext>
            </a:extLst>
          </p:cNvPr>
          <p:cNvGrpSpPr/>
          <p:nvPr/>
        </p:nvGrpSpPr>
        <p:grpSpPr>
          <a:xfrm>
            <a:off x="11094334" y="3152870"/>
            <a:ext cx="517320" cy="1719000"/>
            <a:chOff x="11094334" y="3152870"/>
            <a:chExt cx="517320" cy="1719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8DF1125-75CB-FE72-A3DB-1F8157833DC9}"/>
                    </a:ext>
                  </a:extLst>
                </p14:cNvPr>
                <p14:cNvContentPartPr/>
                <p14:nvPr/>
              </p14:nvContentPartPr>
              <p14:xfrm>
                <a:off x="11123134" y="3293630"/>
                <a:ext cx="488520" cy="15782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8DF1125-75CB-FE72-A3DB-1F8157833DC9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1114494" y="3284990"/>
                  <a:ext cx="506160" cy="159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B309547-387D-78AE-9480-6654CBACD3E5}"/>
                    </a:ext>
                  </a:extLst>
                </p14:cNvPr>
                <p14:cNvContentPartPr/>
                <p14:nvPr/>
              </p14:nvContentPartPr>
              <p14:xfrm>
                <a:off x="11094334" y="3152870"/>
                <a:ext cx="262080" cy="37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B309547-387D-78AE-9480-6654CBACD3E5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085694" y="3144230"/>
                  <a:ext cx="279720" cy="39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990575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2025-04-29T05:15:21Z</dcterms:created>
  <dcterms:modified xsi:type="dcterms:W3CDTF">2025-04-29T05:22:22Z</dcterms:modified>
</cp:coreProperties>
</file>