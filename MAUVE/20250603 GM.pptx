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68C4-C6FA-3C09-A02B-28B41EB2A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0E9E6-FE9F-D262-B943-EDA0832FF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631CB-27F2-00E5-2DAC-C4C454C1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B9676-F396-A7B6-0321-F01FE072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721C-01AB-A13E-064F-B45AF38E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4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2774-320C-C0AA-8D81-1E470808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BFC0-37C5-C834-2586-0F772BCD9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5F612-C636-8D69-1124-A129B98B4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2A683-3868-B116-ACDB-E60381F6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C86CB-85F0-361C-D694-3B8D4A5D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3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A0EB-E90E-6305-F1D8-A2CCEF0F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874A5-3145-F1ED-020D-4F5B0D4D5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CE2B4-5C41-0273-195F-5E74DF29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9D7D-0A03-6071-B5CE-DD07BED0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37FC2-5016-187D-3A25-DFBB0E83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2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3E09-B751-8A8C-7E9C-D93AF71F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5AA8-2FBC-7684-71AD-FB37A2F7E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B862B-1C8A-2D2F-2D83-51699E26D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0E04F-A1EB-C46B-D21F-938FDF1F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9D55D-0D13-D0F1-7534-8EC0FAA7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D0E65-7FDD-AF37-7577-B2B2E5C9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0A04-BBD5-7FEA-F834-F3AC8B59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26316-A81C-2A21-42C3-6FF68F55D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89076-B41F-24C7-1FA7-052F1BECA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49072-0620-797A-01C9-5A85393D1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42E4E-9D2A-94B3-702E-55A9DC2F0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1C041-F479-A9C0-4654-F7E9AF34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FC76E-9111-CEE3-513E-0AD3FEA6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7227E-35C6-CC75-3590-8470108A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6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C64C-013A-2078-BCFA-0B7D6406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7F457-66E5-87D9-B841-90E848A7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1FC20-8DD8-8E33-94CC-2779A19F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C36FF-DB44-81D7-7AD2-11A81132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8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70CEE-73B4-197D-0D7A-9C2B3440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DC16A-7465-B099-B1B6-5D209F43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A9CDA-5D93-9C1C-337C-05A5D4B2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8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D744-2BFC-650C-6B5A-5F085273C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DDA57-7E6F-FAB3-FD6B-F2F26C755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F6EB6-C77A-7793-8DCD-38875BB4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C1AA1-4995-8E37-C0F1-74986081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A9B0-92C2-3CAB-6630-6C42D81F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A8903-5229-85B4-BF13-CDC286CB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4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669F-7F2D-25BB-01E3-B82909462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2FAD0-1F6D-8629-8BCC-D270C290C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2AFCB-C3E8-F98E-5BC9-631A76970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DFF5-CA98-F121-26B4-3C71391C5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9DA44-5C28-EA42-C97F-F8EFDDDB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0CE05-6445-5A57-D21E-F7ED5B46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8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F9B9-2BDE-909B-4692-5D565471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5EF44-A40F-A8D1-D2AC-9088563AC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BB917-AF87-4907-1D39-EE60D7A4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6C133-03BA-AAE7-3035-AF457439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53014-7D37-77E9-4D99-274AB3AB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6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47E5C-D2D5-D37C-0A28-BD09751F5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A3090-6F44-4291-3355-7C0066845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00FC-7501-1706-A53F-5BE3BA58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CDD07-6081-1EBF-09D3-CE340871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1DBA5-DE1F-17EC-C863-46FB2D9B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4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70F73-FAE0-AF64-2765-38AC451E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F992-E23E-5796-803E-972EEE7B4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03C40-A56C-C1B9-87CE-65F733259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8D1D6-FE66-0B42-B672-EBF04635221A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FA91D-BA8F-1E5F-01AE-77E75996A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D823-742D-A805-9CB5-9F3ED0675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E1429-B31E-5848-95DA-F0C5A9A1B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8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98853D-799A-AD0C-4ABE-BB9E793F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72" y="404916"/>
            <a:ext cx="3553111" cy="34038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EE370E-D230-CC6A-7628-792226208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669" y="357092"/>
            <a:ext cx="3502801" cy="3374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F50E3F-A6B2-D081-D504-C9232B3F0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765" y="323261"/>
            <a:ext cx="3390963" cy="3257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672F3B-740A-80F7-8172-3639782CB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876" y="3472249"/>
            <a:ext cx="7131908" cy="32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2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2025-06-03T05:58:46Z</dcterms:created>
  <dcterms:modified xsi:type="dcterms:W3CDTF">2025-06-03T06:06:39Z</dcterms:modified>
</cp:coreProperties>
</file>