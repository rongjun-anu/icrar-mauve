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0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35"/>
  </p:normalViewPr>
  <p:slideViewPr>
    <p:cSldViewPr snapToGrid="0">
      <p:cViewPr varScale="1">
        <p:scale>
          <a:sx n="104" d="100"/>
          <a:sy n="104" d="100"/>
        </p:scale>
        <p:origin x="232" y="5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8F4619-6CB0-E99D-79FC-74626219872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5245D8-F76C-74B2-A347-34CF17C8E0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E2E509-945D-8B57-6220-99E4437596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F441CC-D279-E645-82E2-A9F9A5FB3A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27FB87-DD96-CA9C-8161-F3534AD10E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35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DCE23C-0A4D-DB1E-BDCD-95A1294D36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59C0E7-5647-30A9-7B86-9228C97925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AC5701-DCE4-764D-F418-31AF31C3A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5ACD56-7843-58BA-C668-BCCC5CB1C2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7BDE80-A83E-2109-C586-3DD9A9FA0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2887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61F9BD-4137-B13E-F65B-9908360C1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BE87AF5-D973-0196-54EF-BFC7DD3C0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9872C1-6667-FE67-0343-49AE1483B6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D6A50C-C576-19D8-3663-BD7DB60A2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0F6A2D-A768-C45A-E9DF-DB31308EF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522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6C608A-A413-C7C5-96AD-0D8D4F223A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C877B-75CC-7A61-8B25-8DAE7A6BA1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CAF26E8-4C01-AE58-DA6A-484199A6CA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96BC1B-B890-6D83-2B55-EB2EEBB6B3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0A95951-4AB3-7DD8-162B-033B92C57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F12AA45-9D23-1C8B-3FA3-C6C61B82B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28407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394355-29AD-BB36-A233-7A99D9916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B7F69-1E6F-C8AC-3022-AA07C0860F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05D7E8-7488-4F15-E21A-3528CBA2EA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6741C71-1CB3-D29C-05B7-DC2A93B4F3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9617F4-D15E-0619-FF7A-623257E65B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E2CC143-299C-1620-9353-5A28869DF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0267C4-BD45-A1A9-5DBE-7CC67A4B5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949ABE0-2183-38E2-6026-67B09B45B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70588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33E01C-D46B-197F-662D-BC736498CD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C9FF281-0482-91AD-3AB5-CEABBDF4D4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9D33B8-18C2-9EEF-D3F8-AC79AB54AB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BF4F67A-2FF8-DE59-3B7F-C49BFCA6BB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2401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43A5E5E-A895-A8CF-908F-A9C9185A4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2C3DE0-2851-7D80-C7CF-8D41C19297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88478F-B8E0-0C1D-7254-54B867C74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845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DF92-575E-F9C3-EBB2-8B5E57C1E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0F89232-B55F-C1D3-51E5-D7A7C1A836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F2350BA-7667-8C5E-CBDF-54DB7D142D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C8C9727-A7AE-465B-DABC-37E0545244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F80E1A-3E48-52E2-31A3-339DC5D2A9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5639A-141D-EDD0-9B0F-94A8305E9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9189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D07072-2EF8-9649-7925-DBF600F91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FC9C437-0D1E-A10B-76D9-7D40884012C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1437B1-4AFE-ECAA-B3FF-0AE901C0AC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375C7BF-2CEE-1DE3-F302-2915A8F94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8166B6-150C-6F0D-09CA-95DB7B68FC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0A7582-04B5-BD91-5C89-0DC4FFA93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9431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FF946F-689A-070E-14AC-AAF998FA80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6DAEF24-2F97-FBC3-5B99-97D94F9B5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E5FB89-68E6-529F-43C0-FA55B847E6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A3893-BEA9-BA5C-27FD-88D0EDE23C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BDC0E4-B885-EB91-FFD3-5B7426A8C8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82598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0376137-B5BC-1BD9-B33F-B1F1040DC5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B40026E-06B6-5D8B-2A6D-7FEE81B217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838B81C-B89E-8FAF-F4E8-AE811D4602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DA66A8-5A60-E72D-C1C5-EC14AB7DB8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1314FE-8EAA-2BFD-F8B3-4FC6CEA28F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2872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759E28C-E654-016F-CDFD-5EDC32DCEC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F8C5635-1455-E2E5-88C5-2E6E557A8D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1AF403-91F3-7CC8-BA40-BA68B266274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8D4C79E-D261-DA44-AC6C-04B10B46031E}" type="datetimeFigureOut">
              <a:rPr lang="en-US" smtClean="0"/>
              <a:t>11/18/25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0859CF-50CE-5F91-F610-F356480B3BB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EC06B2-CD29-C4DD-CA16-425087A5EE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2A6B31F-45DB-8540-A876-01E8D93065D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73044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C1EBC1-8B55-DDCE-EB0F-BA7BB823D33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C754E3C-E7CD-160A-00FF-425AB9D93D7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B8D31D3-4CB8-FDB6-9F2B-76DDEF1D40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3935" y="-4348"/>
            <a:ext cx="7969179" cy="686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0246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69E50A3F-F683-3FA5-B8FC-CD1B8344EA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28249" y="-978"/>
            <a:ext cx="8936778" cy="685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28532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1A37-2736-8ECE-9BC3-52045841E5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8D4E89-08A2-FFA2-DE49-47D6DB54E5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08A261F-ED01-0D32-C0BA-C5BE1FEC99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5362" y="0"/>
            <a:ext cx="854127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62697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FDE1B7-F7C4-9712-AEC8-6414CB14E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76DCD2-7B1D-EE34-462C-A5AB9EAA10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AA2D90C-A66C-70DD-591E-7818EA679A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843" y="0"/>
            <a:ext cx="8934311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12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ED7F0-6B22-58F9-97F5-A5AB90F88E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E0DE2E-AB87-57C7-3359-148609896D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30D2ADD-93EF-AC02-1218-98F73DD429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1242" y="0"/>
            <a:ext cx="708951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690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37FAA4-6694-E951-AE67-8F85BFEEA0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4FAA86-5940-5F8B-6BF0-A48150E440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6D2B212-938E-1FD1-A04F-986F3A45442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8843" y="-1436"/>
            <a:ext cx="8936183" cy="6859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20943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Macintosh PowerPoint</Application>
  <PresentationFormat>Widescreen</PresentationFormat>
  <Paragraphs>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Rongjun Huang</dc:creator>
  <cp:lastModifiedBy>Rongjun Huang</cp:lastModifiedBy>
  <cp:revision>1</cp:revision>
  <dcterms:created xsi:type="dcterms:W3CDTF">2025-11-18T05:09:44Z</dcterms:created>
  <dcterms:modified xsi:type="dcterms:W3CDTF">2025-11-18T05:13:28Z</dcterms:modified>
</cp:coreProperties>
</file>