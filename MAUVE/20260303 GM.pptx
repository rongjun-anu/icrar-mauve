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4B626-1EAD-6184-BEFB-FF27E1A572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90B1F2-909C-2B46-0F48-ECB79925B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B1A4C-56F8-8384-24E0-720007BC1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DCF0-B14E-E442-9805-3756964FA850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7D5E3-39AC-C86E-37A0-8EA1DD531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B3962-20CF-2E8B-14E5-DB7FEF852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FB444-B195-A445-B457-50F5E0BB8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34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63CF4-4045-659B-F943-34C3A63F7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AB773-B80A-6FD1-EB6E-96EE29D24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FA76F-089F-36CF-711F-C9E2D859F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DCF0-B14E-E442-9805-3756964FA850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DB599-61C6-C545-D905-B9A577EEB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0DE10-AC30-EE6A-4335-7342406E6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FB444-B195-A445-B457-50F5E0BB8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432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652D5-652D-7277-AE56-1EDD94B9D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23A038-2F8A-393B-FF87-B099B2A28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40505-4686-6A1B-A33F-8EC2AB9AC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DCF0-B14E-E442-9805-3756964FA850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D4547-EF50-5D68-583C-8834BD296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31DE8-3C86-E8A4-D6B0-821F78F38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FB444-B195-A445-B457-50F5E0BB8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662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7B64D-2091-EFEB-D52E-15BA88D9A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1700-EE39-22BC-89A4-651ED0FE1A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6D80DC-1D9A-AA5A-C23F-67709ED3B6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20799-F7BB-406B-D8B2-634E294B1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DCF0-B14E-E442-9805-3756964FA850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F38DCB-C429-33BF-F9EE-EB7B30D18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6AD976-8BE5-C79A-8E93-EDA069A09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FB444-B195-A445-B457-50F5E0BB8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785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3AB4B-F935-1EB7-4B7A-D49BAE261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A8FE3-382E-2C5D-27FF-B324D96F2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ADD1A-B5A3-C585-95C4-5BED4ACDE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E1C7CF-DA44-A96A-5934-8E88B0AB2B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FB6D9E-D652-F619-967E-96D92D6CDF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C5AD28-E088-0995-9A21-AA9EFF4F1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DCF0-B14E-E442-9805-3756964FA850}" type="datetimeFigureOut">
              <a:rPr lang="en-US" smtClean="0"/>
              <a:t>3/3/26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2D075F-08E8-4620-3CC8-DA641666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F7FB98-15B9-DAE0-658C-55B9041AA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FB444-B195-A445-B457-50F5E0BB8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33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ABED9-972C-45DE-11ED-8277B8BE9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36C20C-273D-2F4E-C7C2-C1137BA2F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DCF0-B14E-E442-9805-3756964FA850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C09CE4-E8CE-A595-E180-B53206C99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A2B942-587D-E4BF-8FCB-D51056A46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FB444-B195-A445-B457-50F5E0BB8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758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2B86F2-CCD4-FD38-7C5A-A555B9AA5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DCF0-B14E-E442-9805-3756964FA850}" type="datetimeFigureOut">
              <a:rPr lang="en-US" smtClean="0"/>
              <a:t>3/3/26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B7548E-2EAD-ADAD-C5B7-3C6BF9816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2EEDC-AFBD-BDCB-C27F-5C6997DBC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FB444-B195-A445-B457-50F5E0BB8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95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827D8-0D05-D2F0-7B0B-763762FF2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02EC5-F475-4870-F65C-6AA07BDE1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12373A-CD6D-B702-F491-5C0B329D75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A2A66-CF88-BAA2-08B5-62D330A20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DCF0-B14E-E442-9805-3756964FA850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8E0DA8-0918-9AF4-5BC2-E084DA1C6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3C23F7-B6F1-5A1F-C3D6-628F747AC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FB444-B195-A445-B457-50F5E0BB8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327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0A216-6D2C-9827-233D-5E566B214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A2D97C-623A-D704-B24A-7120B49BA4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062A98-F9FE-F721-1612-25A5235A56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C296B-36C5-D8B7-14F6-036069CB6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DCF0-B14E-E442-9805-3756964FA850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25922-84E0-8352-1C03-69A2F0603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68401-5402-BB63-E4F9-F15F89DF7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FB444-B195-A445-B457-50F5E0BB8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70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14318-54CE-2E84-C4CD-25AE6A8E0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19113-DA0E-9FAB-E678-C272C68C9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F76D3-EE0A-8842-1F6D-1AF39ED59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DCF0-B14E-E442-9805-3756964FA850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73477-9F3F-ADE8-6C23-B67ED52C2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0DA93-A1D2-821F-57D5-366A40A3A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FB444-B195-A445-B457-50F5E0BB8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225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1B0C5B-7CF9-2659-3A15-A8CC79D0B0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012238-552F-F86F-B0E4-BF85F10BAE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804FC-260D-24DA-C255-69B1D76BB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DCF0-B14E-E442-9805-3756964FA850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309F6-4FEF-8EBF-5229-E20E59A6E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3760E-26E5-3AA7-4FEE-AE399F8D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FB444-B195-A445-B457-50F5E0BB8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716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5E0FC2-5162-AF3E-0797-99713AB74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401C78-D2A2-CFB5-4EAD-F3F4C82F7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091CC-94ED-C173-37C9-4516C577E5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DBDCF0-B14E-E442-9805-3756964FA850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7058D-0114-F323-60E5-4179A973B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F922D-C400-3838-B657-415A6BA06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FFB444-B195-A445-B457-50F5E0BB8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088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059B5-2046-8AE3-342B-71759CA6D0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F5ABA9-1316-FFCE-CFCB-45362A7EE9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2AE652-D845-E8CC-5A28-37F87229C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323" y="-3316"/>
            <a:ext cx="9575980" cy="686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805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06B07-5033-39F0-F598-BCADF75D7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D81DB-95E6-D0B2-0317-DDC714044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18A876-E036-EF09-A651-86F55A716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07" y="0"/>
            <a:ext cx="116807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030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D58B9-49F1-649B-0BAC-39B28D247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90512-EAE5-1C47-3496-1AD0F7520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113CD0-5DE2-9B6B-012D-23F4C9C3C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07" y="0"/>
            <a:ext cx="116807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656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3D7BA-54D5-C14C-C2CA-957E53B40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99FEC-6701-9102-218F-383BD81DE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5089E3-5CBB-4100-D839-49B1C60BC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" y="988461"/>
            <a:ext cx="12191605" cy="4881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319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BBD4E-276D-9D08-C862-72438EAA5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C4112-E9B2-1A2C-F1A6-759CD9697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97A90D-8720-0CF9-A4BD-1329FAFE0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3669"/>
            <a:ext cx="12192001" cy="423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902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8DD19-5E54-D0BB-0635-9B9DA6FA8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13986-AB92-0686-7778-59E4C9F04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43E050-66D9-1FC5-6FFC-8547CC727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5336"/>
            <a:ext cx="12192000" cy="422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817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153F7-604A-C683-D431-D83DD386C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1D3EF-F50C-3363-20EA-BD2A545DC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4AD175-A412-14FF-0257-7AF372F04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249887"/>
            <a:ext cx="12191999" cy="435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119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47F08-A44A-1878-3F60-AF841DA34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28C80-CC52-EEBC-7DDD-B16934A55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F4E11E-2580-00D4-4128-157BC5CAE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1993"/>
            <a:ext cx="12192001" cy="439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21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191AD-F78F-D36F-CFD9-02F733AFD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FA869-7181-4C6A-01D7-EEB2D9529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38C699-7D81-39AD-5A60-CAAB03016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" y="1234836"/>
            <a:ext cx="12187334" cy="4388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482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0</Words>
  <Application>Microsoft Macintosh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Rongjun Huang</dc:creator>
  <cp:lastModifiedBy>Rongjun Huang</cp:lastModifiedBy>
  <cp:revision>1</cp:revision>
  <dcterms:created xsi:type="dcterms:W3CDTF">2026-03-03T04:35:10Z</dcterms:created>
  <dcterms:modified xsi:type="dcterms:W3CDTF">2026-03-03T05:28:04Z</dcterms:modified>
</cp:coreProperties>
</file>