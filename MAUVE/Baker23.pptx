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266"/>
    <p:restoredTop sz="94652"/>
  </p:normalViewPr>
  <p:slideViewPr>
    <p:cSldViewPr snapToGrid="0">
      <p:cViewPr varScale="1">
        <p:scale>
          <a:sx n="199" d="100"/>
          <a:sy n="199" d="100"/>
        </p:scale>
        <p:origin x="20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FE4B43-6915-6D4F-A39B-28F2DA177A79}" type="datetimeFigureOut">
              <a:rPr lang="en-US" smtClean="0"/>
              <a:t>8/18/25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987073-24A0-E849-9428-3FA6D03203E7}" type="slidenum">
              <a:rPr lang="en-US" smtClean="0"/>
              <a:t>‹#›</a:t>
            </a:fld>
            <a:endParaRPr lang="en-US"/>
          </a:p>
        </p:txBody>
      </p:sp>
    </p:spTree>
    <p:extLst>
      <p:ext uri="{BB962C8B-B14F-4D97-AF65-F5344CB8AC3E}">
        <p14:creationId xmlns:p14="http://schemas.microsoft.com/office/powerpoint/2010/main" val="29893067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987073-24A0-E849-9428-3FA6D03203E7}" type="slidenum">
              <a:rPr lang="en-US" smtClean="0"/>
              <a:t>1</a:t>
            </a:fld>
            <a:endParaRPr lang="en-US"/>
          </a:p>
        </p:txBody>
      </p:sp>
    </p:spTree>
    <p:extLst>
      <p:ext uri="{BB962C8B-B14F-4D97-AF65-F5344CB8AC3E}">
        <p14:creationId xmlns:p14="http://schemas.microsoft.com/office/powerpoint/2010/main" val="20371807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B5FD3-4BEC-D3F4-D575-C8D78CDB3F7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B2A6E94-3E08-6FD6-C764-3DEA9F235B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3C642A-9A93-67B8-F2C3-69BE8C1F6226}"/>
              </a:ext>
            </a:extLst>
          </p:cNvPr>
          <p:cNvSpPr>
            <a:spLocks noGrp="1"/>
          </p:cNvSpPr>
          <p:nvPr>
            <p:ph type="dt" sz="half" idx="10"/>
          </p:nvPr>
        </p:nvSpPr>
        <p:spPr/>
        <p:txBody>
          <a:bodyPr/>
          <a:lstStyle/>
          <a:p>
            <a:fld id="{C7814621-3C56-3141-83F4-B228FF45717A}" type="datetimeFigureOut">
              <a:rPr lang="en-US" smtClean="0"/>
              <a:t>8/18/25</a:t>
            </a:fld>
            <a:endParaRPr lang="en-US"/>
          </a:p>
        </p:txBody>
      </p:sp>
      <p:sp>
        <p:nvSpPr>
          <p:cNvPr id="5" name="Footer Placeholder 4">
            <a:extLst>
              <a:ext uri="{FF2B5EF4-FFF2-40B4-BE49-F238E27FC236}">
                <a16:creationId xmlns:a16="http://schemas.microsoft.com/office/drawing/2014/main" id="{32470D31-B2ED-F6D3-012A-7F3CD12DAD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535D46-BEF1-76B5-6870-EAE479983AD1}"/>
              </a:ext>
            </a:extLst>
          </p:cNvPr>
          <p:cNvSpPr>
            <a:spLocks noGrp="1"/>
          </p:cNvSpPr>
          <p:nvPr>
            <p:ph type="sldNum" sz="quarter" idx="12"/>
          </p:nvPr>
        </p:nvSpPr>
        <p:spPr/>
        <p:txBody>
          <a:bodyPr/>
          <a:lstStyle/>
          <a:p>
            <a:fld id="{419AADAE-C1B4-1B41-9578-4F08B33B6728}" type="slidenum">
              <a:rPr lang="en-US" smtClean="0"/>
              <a:t>‹#›</a:t>
            </a:fld>
            <a:endParaRPr lang="en-US"/>
          </a:p>
        </p:txBody>
      </p:sp>
    </p:spTree>
    <p:extLst>
      <p:ext uri="{BB962C8B-B14F-4D97-AF65-F5344CB8AC3E}">
        <p14:creationId xmlns:p14="http://schemas.microsoft.com/office/powerpoint/2010/main" val="1529826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95B5B-5F1B-6F9C-9CB9-8B6018EA105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9CFB4E8-DDC6-728F-578F-8510C77B335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457283-FD99-99C5-177E-FE28DA30A78A}"/>
              </a:ext>
            </a:extLst>
          </p:cNvPr>
          <p:cNvSpPr>
            <a:spLocks noGrp="1"/>
          </p:cNvSpPr>
          <p:nvPr>
            <p:ph type="dt" sz="half" idx="10"/>
          </p:nvPr>
        </p:nvSpPr>
        <p:spPr/>
        <p:txBody>
          <a:bodyPr/>
          <a:lstStyle/>
          <a:p>
            <a:fld id="{C7814621-3C56-3141-83F4-B228FF45717A}" type="datetimeFigureOut">
              <a:rPr lang="en-US" smtClean="0"/>
              <a:t>8/18/25</a:t>
            </a:fld>
            <a:endParaRPr lang="en-US"/>
          </a:p>
        </p:txBody>
      </p:sp>
      <p:sp>
        <p:nvSpPr>
          <p:cNvPr id="5" name="Footer Placeholder 4">
            <a:extLst>
              <a:ext uri="{FF2B5EF4-FFF2-40B4-BE49-F238E27FC236}">
                <a16:creationId xmlns:a16="http://schemas.microsoft.com/office/drawing/2014/main" id="{770E0DAF-787B-2F64-4D28-6756E4412C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58DD8E-09C6-69AC-78AB-90CD5E9B8F47}"/>
              </a:ext>
            </a:extLst>
          </p:cNvPr>
          <p:cNvSpPr>
            <a:spLocks noGrp="1"/>
          </p:cNvSpPr>
          <p:nvPr>
            <p:ph type="sldNum" sz="quarter" idx="12"/>
          </p:nvPr>
        </p:nvSpPr>
        <p:spPr/>
        <p:txBody>
          <a:bodyPr/>
          <a:lstStyle/>
          <a:p>
            <a:fld id="{419AADAE-C1B4-1B41-9578-4F08B33B6728}" type="slidenum">
              <a:rPr lang="en-US" smtClean="0"/>
              <a:t>‹#›</a:t>
            </a:fld>
            <a:endParaRPr lang="en-US"/>
          </a:p>
        </p:txBody>
      </p:sp>
    </p:spTree>
    <p:extLst>
      <p:ext uri="{BB962C8B-B14F-4D97-AF65-F5344CB8AC3E}">
        <p14:creationId xmlns:p14="http://schemas.microsoft.com/office/powerpoint/2010/main" val="3515073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9E796-F1DF-24E9-AF5F-BEDF16B907A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46A0780-818B-6A35-51BD-B373F1AAE57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14D8ABF-8344-EFCF-623F-2CBFFA7A23B1}"/>
              </a:ext>
            </a:extLst>
          </p:cNvPr>
          <p:cNvSpPr>
            <a:spLocks noGrp="1"/>
          </p:cNvSpPr>
          <p:nvPr>
            <p:ph type="dt" sz="half" idx="10"/>
          </p:nvPr>
        </p:nvSpPr>
        <p:spPr/>
        <p:txBody>
          <a:bodyPr/>
          <a:lstStyle/>
          <a:p>
            <a:fld id="{C7814621-3C56-3141-83F4-B228FF45717A}" type="datetimeFigureOut">
              <a:rPr lang="en-US" smtClean="0"/>
              <a:t>8/18/25</a:t>
            </a:fld>
            <a:endParaRPr lang="en-US"/>
          </a:p>
        </p:txBody>
      </p:sp>
      <p:sp>
        <p:nvSpPr>
          <p:cNvPr id="5" name="Footer Placeholder 4">
            <a:extLst>
              <a:ext uri="{FF2B5EF4-FFF2-40B4-BE49-F238E27FC236}">
                <a16:creationId xmlns:a16="http://schemas.microsoft.com/office/drawing/2014/main" id="{12030BCF-574F-50B3-CB8F-9A7EACD572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9A257B-23AF-617C-E757-DAF86966A4C8}"/>
              </a:ext>
            </a:extLst>
          </p:cNvPr>
          <p:cNvSpPr>
            <a:spLocks noGrp="1"/>
          </p:cNvSpPr>
          <p:nvPr>
            <p:ph type="sldNum" sz="quarter" idx="12"/>
          </p:nvPr>
        </p:nvSpPr>
        <p:spPr/>
        <p:txBody>
          <a:bodyPr/>
          <a:lstStyle/>
          <a:p>
            <a:fld id="{419AADAE-C1B4-1B41-9578-4F08B33B6728}" type="slidenum">
              <a:rPr lang="en-US" smtClean="0"/>
              <a:t>‹#›</a:t>
            </a:fld>
            <a:endParaRPr lang="en-US"/>
          </a:p>
        </p:txBody>
      </p:sp>
    </p:spTree>
    <p:extLst>
      <p:ext uri="{BB962C8B-B14F-4D97-AF65-F5344CB8AC3E}">
        <p14:creationId xmlns:p14="http://schemas.microsoft.com/office/powerpoint/2010/main" val="1338284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F131F-E21F-B7E9-906B-A0D84ED35FC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ACFB3FC-999F-3ED8-0CBF-46DA715C9F2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FAC8009-E820-3721-3DB7-7BAA6DF853A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5FB72AD-32EE-B986-1EB5-23FE17B4E58C}"/>
              </a:ext>
            </a:extLst>
          </p:cNvPr>
          <p:cNvSpPr>
            <a:spLocks noGrp="1"/>
          </p:cNvSpPr>
          <p:nvPr>
            <p:ph type="dt" sz="half" idx="10"/>
          </p:nvPr>
        </p:nvSpPr>
        <p:spPr/>
        <p:txBody>
          <a:bodyPr/>
          <a:lstStyle/>
          <a:p>
            <a:fld id="{C7814621-3C56-3141-83F4-B228FF45717A}" type="datetimeFigureOut">
              <a:rPr lang="en-US" smtClean="0"/>
              <a:t>8/18/25</a:t>
            </a:fld>
            <a:endParaRPr lang="en-US"/>
          </a:p>
        </p:txBody>
      </p:sp>
      <p:sp>
        <p:nvSpPr>
          <p:cNvPr id="6" name="Footer Placeholder 5">
            <a:extLst>
              <a:ext uri="{FF2B5EF4-FFF2-40B4-BE49-F238E27FC236}">
                <a16:creationId xmlns:a16="http://schemas.microsoft.com/office/drawing/2014/main" id="{DECC4F2F-8CC7-2905-CD46-92AE480943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3B996C-BD02-7CE6-5FBC-0F11D1C9798F}"/>
              </a:ext>
            </a:extLst>
          </p:cNvPr>
          <p:cNvSpPr>
            <a:spLocks noGrp="1"/>
          </p:cNvSpPr>
          <p:nvPr>
            <p:ph type="sldNum" sz="quarter" idx="12"/>
          </p:nvPr>
        </p:nvSpPr>
        <p:spPr/>
        <p:txBody>
          <a:bodyPr/>
          <a:lstStyle/>
          <a:p>
            <a:fld id="{419AADAE-C1B4-1B41-9578-4F08B33B6728}" type="slidenum">
              <a:rPr lang="en-US" smtClean="0"/>
              <a:t>‹#›</a:t>
            </a:fld>
            <a:endParaRPr lang="en-US"/>
          </a:p>
        </p:txBody>
      </p:sp>
    </p:spTree>
    <p:extLst>
      <p:ext uri="{BB962C8B-B14F-4D97-AF65-F5344CB8AC3E}">
        <p14:creationId xmlns:p14="http://schemas.microsoft.com/office/powerpoint/2010/main" val="3804421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F3493-B367-7E42-088B-62EBBC76DB3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22711D9-FCE7-1DB0-553E-56712A436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CF64A7B-878F-6ECA-63A4-8E0AD136585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A3FD024B-EE7E-F452-8BA2-80E9ECE83D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D3C0226-324A-4209-37FC-03FDF705D4C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7279A649-67B8-A2C2-BAA4-92692D09224C}"/>
              </a:ext>
            </a:extLst>
          </p:cNvPr>
          <p:cNvSpPr>
            <a:spLocks noGrp="1"/>
          </p:cNvSpPr>
          <p:nvPr>
            <p:ph type="dt" sz="half" idx="10"/>
          </p:nvPr>
        </p:nvSpPr>
        <p:spPr/>
        <p:txBody>
          <a:bodyPr/>
          <a:lstStyle/>
          <a:p>
            <a:fld id="{C7814621-3C56-3141-83F4-B228FF45717A}" type="datetimeFigureOut">
              <a:rPr lang="en-US" smtClean="0"/>
              <a:t>8/18/25</a:t>
            </a:fld>
            <a:endParaRPr lang="en-US"/>
          </a:p>
        </p:txBody>
      </p:sp>
      <p:sp>
        <p:nvSpPr>
          <p:cNvPr id="8" name="Footer Placeholder 7">
            <a:extLst>
              <a:ext uri="{FF2B5EF4-FFF2-40B4-BE49-F238E27FC236}">
                <a16:creationId xmlns:a16="http://schemas.microsoft.com/office/drawing/2014/main" id="{4796246F-E4D9-F1AB-5FB3-78379420D61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5DF8AA-C98E-E3B2-83E6-58FE57EB8AD1}"/>
              </a:ext>
            </a:extLst>
          </p:cNvPr>
          <p:cNvSpPr>
            <a:spLocks noGrp="1"/>
          </p:cNvSpPr>
          <p:nvPr>
            <p:ph type="sldNum" sz="quarter" idx="12"/>
          </p:nvPr>
        </p:nvSpPr>
        <p:spPr/>
        <p:txBody>
          <a:bodyPr/>
          <a:lstStyle/>
          <a:p>
            <a:fld id="{419AADAE-C1B4-1B41-9578-4F08B33B6728}" type="slidenum">
              <a:rPr lang="en-US" smtClean="0"/>
              <a:t>‹#›</a:t>
            </a:fld>
            <a:endParaRPr lang="en-US"/>
          </a:p>
        </p:txBody>
      </p:sp>
    </p:spTree>
    <p:extLst>
      <p:ext uri="{BB962C8B-B14F-4D97-AF65-F5344CB8AC3E}">
        <p14:creationId xmlns:p14="http://schemas.microsoft.com/office/powerpoint/2010/main" val="1418313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822C4-9BD9-62CF-FBFC-72B8DB8DEC4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EAD9C98A-D82B-7DD4-886B-4C8A4711327D}"/>
              </a:ext>
            </a:extLst>
          </p:cNvPr>
          <p:cNvSpPr>
            <a:spLocks noGrp="1"/>
          </p:cNvSpPr>
          <p:nvPr>
            <p:ph type="dt" sz="half" idx="10"/>
          </p:nvPr>
        </p:nvSpPr>
        <p:spPr/>
        <p:txBody>
          <a:bodyPr/>
          <a:lstStyle/>
          <a:p>
            <a:fld id="{C7814621-3C56-3141-83F4-B228FF45717A}" type="datetimeFigureOut">
              <a:rPr lang="en-US" smtClean="0"/>
              <a:t>8/18/25</a:t>
            </a:fld>
            <a:endParaRPr lang="en-US"/>
          </a:p>
        </p:txBody>
      </p:sp>
      <p:sp>
        <p:nvSpPr>
          <p:cNvPr id="4" name="Footer Placeholder 3">
            <a:extLst>
              <a:ext uri="{FF2B5EF4-FFF2-40B4-BE49-F238E27FC236}">
                <a16:creationId xmlns:a16="http://schemas.microsoft.com/office/drawing/2014/main" id="{456A8C7C-5B35-98CD-46B0-C024CD7AC98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FA57B5-B31A-0FF2-BBE7-30886A206F52}"/>
              </a:ext>
            </a:extLst>
          </p:cNvPr>
          <p:cNvSpPr>
            <a:spLocks noGrp="1"/>
          </p:cNvSpPr>
          <p:nvPr>
            <p:ph type="sldNum" sz="quarter" idx="12"/>
          </p:nvPr>
        </p:nvSpPr>
        <p:spPr/>
        <p:txBody>
          <a:bodyPr/>
          <a:lstStyle/>
          <a:p>
            <a:fld id="{419AADAE-C1B4-1B41-9578-4F08B33B6728}" type="slidenum">
              <a:rPr lang="en-US" smtClean="0"/>
              <a:t>‹#›</a:t>
            </a:fld>
            <a:endParaRPr lang="en-US"/>
          </a:p>
        </p:txBody>
      </p:sp>
    </p:spTree>
    <p:extLst>
      <p:ext uri="{BB962C8B-B14F-4D97-AF65-F5344CB8AC3E}">
        <p14:creationId xmlns:p14="http://schemas.microsoft.com/office/powerpoint/2010/main" val="2361933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1DE843-AE64-5C1A-5772-D14B915360C1}"/>
              </a:ext>
            </a:extLst>
          </p:cNvPr>
          <p:cNvSpPr>
            <a:spLocks noGrp="1"/>
          </p:cNvSpPr>
          <p:nvPr>
            <p:ph type="dt" sz="half" idx="10"/>
          </p:nvPr>
        </p:nvSpPr>
        <p:spPr/>
        <p:txBody>
          <a:bodyPr/>
          <a:lstStyle/>
          <a:p>
            <a:fld id="{C7814621-3C56-3141-83F4-B228FF45717A}" type="datetimeFigureOut">
              <a:rPr lang="en-US" smtClean="0"/>
              <a:t>8/18/25</a:t>
            </a:fld>
            <a:endParaRPr lang="en-US"/>
          </a:p>
        </p:txBody>
      </p:sp>
      <p:sp>
        <p:nvSpPr>
          <p:cNvPr id="3" name="Footer Placeholder 2">
            <a:extLst>
              <a:ext uri="{FF2B5EF4-FFF2-40B4-BE49-F238E27FC236}">
                <a16:creationId xmlns:a16="http://schemas.microsoft.com/office/drawing/2014/main" id="{4F3BF6A1-85A3-25D1-1C14-9B435651C20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CC0B75-5123-8B4D-9434-683F2C8FE9DB}"/>
              </a:ext>
            </a:extLst>
          </p:cNvPr>
          <p:cNvSpPr>
            <a:spLocks noGrp="1"/>
          </p:cNvSpPr>
          <p:nvPr>
            <p:ph type="sldNum" sz="quarter" idx="12"/>
          </p:nvPr>
        </p:nvSpPr>
        <p:spPr/>
        <p:txBody>
          <a:bodyPr/>
          <a:lstStyle/>
          <a:p>
            <a:fld id="{419AADAE-C1B4-1B41-9578-4F08B33B6728}" type="slidenum">
              <a:rPr lang="en-US" smtClean="0"/>
              <a:t>‹#›</a:t>
            </a:fld>
            <a:endParaRPr lang="en-US"/>
          </a:p>
        </p:txBody>
      </p:sp>
    </p:spTree>
    <p:extLst>
      <p:ext uri="{BB962C8B-B14F-4D97-AF65-F5344CB8AC3E}">
        <p14:creationId xmlns:p14="http://schemas.microsoft.com/office/powerpoint/2010/main" val="3730629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8CFC1-8D70-DE8F-67EF-4862F2CF51C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2E662C1-FABD-E817-D8DB-3BF47321EA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0F2F48D-53B3-199E-325F-DF326C62E6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B9C26D7-3BC9-276E-26C0-B94E24F567FC}"/>
              </a:ext>
            </a:extLst>
          </p:cNvPr>
          <p:cNvSpPr>
            <a:spLocks noGrp="1"/>
          </p:cNvSpPr>
          <p:nvPr>
            <p:ph type="dt" sz="half" idx="10"/>
          </p:nvPr>
        </p:nvSpPr>
        <p:spPr/>
        <p:txBody>
          <a:bodyPr/>
          <a:lstStyle/>
          <a:p>
            <a:fld id="{C7814621-3C56-3141-83F4-B228FF45717A}" type="datetimeFigureOut">
              <a:rPr lang="en-US" smtClean="0"/>
              <a:t>8/18/25</a:t>
            </a:fld>
            <a:endParaRPr lang="en-US"/>
          </a:p>
        </p:txBody>
      </p:sp>
      <p:sp>
        <p:nvSpPr>
          <p:cNvPr id="6" name="Footer Placeholder 5">
            <a:extLst>
              <a:ext uri="{FF2B5EF4-FFF2-40B4-BE49-F238E27FC236}">
                <a16:creationId xmlns:a16="http://schemas.microsoft.com/office/drawing/2014/main" id="{047C2D37-C186-CBFC-286A-BA5259DFAC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959F42-D6D4-7368-95F5-D4F84A61B086}"/>
              </a:ext>
            </a:extLst>
          </p:cNvPr>
          <p:cNvSpPr>
            <a:spLocks noGrp="1"/>
          </p:cNvSpPr>
          <p:nvPr>
            <p:ph type="sldNum" sz="quarter" idx="12"/>
          </p:nvPr>
        </p:nvSpPr>
        <p:spPr/>
        <p:txBody>
          <a:bodyPr/>
          <a:lstStyle/>
          <a:p>
            <a:fld id="{419AADAE-C1B4-1B41-9578-4F08B33B6728}" type="slidenum">
              <a:rPr lang="en-US" smtClean="0"/>
              <a:t>‹#›</a:t>
            </a:fld>
            <a:endParaRPr lang="en-US"/>
          </a:p>
        </p:txBody>
      </p:sp>
    </p:spTree>
    <p:extLst>
      <p:ext uri="{BB962C8B-B14F-4D97-AF65-F5344CB8AC3E}">
        <p14:creationId xmlns:p14="http://schemas.microsoft.com/office/powerpoint/2010/main" val="1742777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03829-207E-C69D-E373-4F4626B5E1F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5060167-9734-474A-3411-9370CE18DA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0731A52-C6D5-C6D5-4451-ED795D4B08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0F1E797-736A-88C1-5550-D69D3A1499BF}"/>
              </a:ext>
            </a:extLst>
          </p:cNvPr>
          <p:cNvSpPr>
            <a:spLocks noGrp="1"/>
          </p:cNvSpPr>
          <p:nvPr>
            <p:ph type="dt" sz="half" idx="10"/>
          </p:nvPr>
        </p:nvSpPr>
        <p:spPr/>
        <p:txBody>
          <a:bodyPr/>
          <a:lstStyle/>
          <a:p>
            <a:fld id="{C7814621-3C56-3141-83F4-B228FF45717A}" type="datetimeFigureOut">
              <a:rPr lang="en-US" smtClean="0"/>
              <a:t>8/18/25</a:t>
            </a:fld>
            <a:endParaRPr lang="en-US"/>
          </a:p>
        </p:txBody>
      </p:sp>
      <p:sp>
        <p:nvSpPr>
          <p:cNvPr id="6" name="Footer Placeholder 5">
            <a:extLst>
              <a:ext uri="{FF2B5EF4-FFF2-40B4-BE49-F238E27FC236}">
                <a16:creationId xmlns:a16="http://schemas.microsoft.com/office/drawing/2014/main" id="{987F3A8C-09BF-64A5-82AB-653F95373E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F78FDE-1C1A-757A-27B5-C26A826B8905}"/>
              </a:ext>
            </a:extLst>
          </p:cNvPr>
          <p:cNvSpPr>
            <a:spLocks noGrp="1"/>
          </p:cNvSpPr>
          <p:nvPr>
            <p:ph type="sldNum" sz="quarter" idx="12"/>
          </p:nvPr>
        </p:nvSpPr>
        <p:spPr/>
        <p:txBody>
          <a:bodyPr/>
          <a:lstStyle/>
          <a:p>
            <a:fld id="{419AADAE-C1B4-1B41-9578-4F08B33B6728}" type="slidenum">
              <a:rPr lang="en-US" smtClean="0"/>
              <a:t>‹#›</a:t>
            </a:fld>
            <a:endParaRPr lang="en-US"/>
          </a:p>
        </p:txBody>
      </p:sp>
    </p:spTree>
    <p:extLst>
      <p:ext uri="{BB962C8B-B14F-4D97-AF65-F5344CB8AC3E}">
        <p14:creationId xmlns:p14="http://schemas.microsoft.com/office/powerpoint/2010/main" val="407861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40C35-9A90-B181-8235-544D6FE8C59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1E3E4E2-076D-B31E-7956-0F4B23E7459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D4E3671-691E-BF1C-AE5B-0BD54E5A098D}"/>
              </a:ext>
            </a:extLst>
          </p:cNvPr>
          <p:cNvSpPr>
            <a:spLocks noGrp="1"/>
          </p:cNvSpPr>
          <p:nvPr>
            <p:ph type="dt" sz="half" idx="10"/>
          </p:nvPr>
        </p:nvSpPr>
        <p:spPr/>
        <p:txBody>
          <a:bodyPr/>
          <a:lstStyle/>
          <a:p>
            <a:fld id="{C7814621-3C56-3141-83F4-B228FF45717A}" type="datetimeFigureOut">
              <a:rPr lang="en-US" smtClean="0"/>
              <a:t>8/18/25</a:t>
            </a:fld>
            <a:endParaRPr lang="en-US"/>
          </a:p>
        </p:txBody>
      </p:sp>
      <p:sp>
        <p:nvSpPr>
          <p:cNvPr id="5" name="Footer Placeholder 4">
            <a:extLst>
              <a:ext uri="{FF2B5EF4-FFF2-40B4-BE49-F238E27FC236}">
                <a16:creationId xmlns:a16="http://schemas.microsoft.com/office/drawing/2014/main" id="{DA587505-956E-B05C-D655-8BB530C9CA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5E1FF9-FC1E-C42E-E767-9846EF8B3110}"/>
              </a:ext>
            </a:extLst>
          </p:cNvPr>
          <p:cNvSpPr>
            <a:spLocks noGrp="1"/>
          </p:cNvSpPr>
          <p:nvPr>
            <p:ph type="sldNum" sz="quarter" idx="12"/>
          </p:nvPr>
        </p:nvSpPr>
        <p:spPr/>
        <p:txBody>
          <a:bodyPr/>
          <a:lstStyle/>
          <a:p>
            <a:fld id="{419AADAE-C1B4-1B41-9578-4F08B33B6728}" type="slidenum">
              <a:rPr lang="en-US" smtClean="0"/>
              <a:t>‹#›</a:t>
            </a:fld>
            <a:endParaRPr lang="en-US"/>
          </a:p>
        </p:txBody>
      </p:sp>
    </p:spTree>
    <p:extLst>
      <p:ext uri="{BB962C8B-B14F-4D97-AF65-F5344CB8AC3E}">
        <p14:creationId xmlns:p14="http://schemas.microsoft.com/office/powerpoint/2010/main" val="27478395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2427E1-06DA-BF98-DD2F-E42B8B81491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83E4F18-DEAA-2983-EBEF-850F99B3E78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8BFA6F2-0800-CA51-E465-BC3972A89319}"/>
              </a:ext>
            </a:extLst>
          </p:cNvPr>
          <p:cNvSpPr>
            <a:spLocks noGrp="1"/>
          </p:cNvSpPr>
          <p:nvPr>
            <p:ph type="dt" sz="half" idx="10"/>
          </p:nvPr>
        </p:nvSpPr>
        <p:spPr/>
        <p:txBody>
          <a:bodyPr/>
          <a:lstStyle/>
          <a:p>
            <a:fld id="{C7814621-3C56-3141-83F4-B228FF45717A}" type="datetimeFigureOut">
              <a:rPr lang="en-US" smtClean="0"/>
              <a:t>8/18/25</a:t>
            </a:fld>
            <a:endParaRPr lang="en-US"/>
          </a:p>
        </p:txBody>
      </p:sp>
      <p:sp>
        <p:nvSpPr>
          <p:cNvPr id="5" name="Footer Placeholder 4">
            <a:extLst>
              <a:ext uri="{FF2B5EF4-FFF2-40B4-BE49-F238E27FC236}">
                <a16:creationId xmlns:a16="http://schemas.microsoft.com/office/drawing/2014/main" id="{CF7C6517-B648-8A8F-64C1-ED3B36D7F6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105DD2-7502-393A-03C3-8CEDE4E75D53}"/>
              </a:ext>
            </a:extLst>
          </p:cNvPr>
          <p:cNvSpPr>
            <a:spLocks noGrp="1"/>
          </p:cNvSpPr>
          <p:nvPr>
            <p:ph type="sldNum" sz="quarter" idx="12"/>
          </p:nvPr>
        </p:nvSpPr>
        <p:spPr/>
        <p:txBody>
          <a:bodyPr/>
          <a:lstStyle/>
          <a:p>
            <a:fld id="{419AADAE-C1B4-1B41-9578-4F08B33B6728}" type="slidenum">
              <a:rPr lang="en-US" smtClean="0"/>
              <a:t>‹#›</a:t>
            </a:fld>
            <a:endParaRPr lang="en-US"/>
          </a:p>
        </p:txBody>
      </p:sp>
    </p:spTree>
    <p:extLst>
      <p:ext uri="{BB962C8B-B14F-4D97-AF65-F5344CB8AC3E}">
        <p14:creationId xmlns:p14="http://schemas.microsoft.com/office/powerpoint/2010/main" val="19831302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E644F3-C815-A469-FB5F-F4DA653631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D08707E-E741-F48A-7A61-33625E3C44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89868F0-76EE-7615-34E3-A20A749C4B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814621-3C56-3141-83F4-B228FF45717A}" type="datetimeFigureOut">
              <a:rPr lang="en-US" smtClean="0"/>
              <a:t>8/18/25</a:t>
            </a:fld>
            <a:endParaRPr lang="en-US"/>
          </a:p>
        </p:txBody>
      </p:sp>
      <p:sp>
        <p:nvSpPr>
          <p:cNvPr id="5" name="Footer Placeholder 4">
            <a:extLst>
              <a:ext uri="{FF2B5EF4-FFF2-40B4-BE49-F238E27FC236}">
                <a16:creationId xmlns:a16="http://schemas.microsoft.com/office/drawing/2014/main" id="{01446219-1BC5-4CA3-A88F-C6352AFDA1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8CC37D2-7B53-A3BA-FD75-D2CC9B9F6F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19AADAE-C1B4-1B41-9578-4F08B33B6728}" type="slidenum">
              <a:rPr lang="en-US" smtClean="0"/>
              <a:t>‹#›</a:t>
            </a:fld>
            <a:endParaRPr lang="en-US"/>
          </a:p>
        </p:txBody>
      </p:sp>
    </p:spTree>
    <p:extLst>
      <p:ext uri="{BB962C8B-B14F-4D97-AF65-F5344CB8AC3E}">
        <p14:creationId xmlns:p14="http://schemas.microsoft.com/office/powerpoint/2010/main" val="29573905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ree varying projections of the resolved FMR, i.e. the relation between metallicity, Σ*, ΣSFR. Coloured circles indicate the mean values of the metallicity in bins of Σ* – ΣSFR whilst the grey circles are the 2D surface fit to the metallicity for the parameterization given in the text. The colour-coding corresponds to the value of ΣSFR. The lower left-hand panel shows a representation of the rFMR that appears to reduce the scatter in metallicity. The lower right-hand plot shows the metallicity–Σ* 2D projection colour-coded by ΣSFR, i.e. a different representation of Fig. 2.">
            <a:extLst>
              <a:ext uri="{FF2B5EF4-FFF2-40B4-BE49-F238E27FC236}">
                <a16:creationId xmlns:a16="http://schemas.microsoft.com/office/drawing/2014/main" id="{65A528AE-9613-5EAB-CAA0-6AD83ABA2B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0290" y="-6271"/>
            <a:ext cx="6411420" cy="686427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tar formation rate surface density versus stellar mass surface density colour coded by metallicity. The colour of each hexagon gives the mean metallicity of the spaxels contained in it. The arrow angle gives the direction of the steepest gradient across the entire distribution, as obtained by the PCCs (see Section 3) and is measured from the positive x-axis direction. Both the colour shading and the arrow unambiguously show the presence of a resolved FMR, i.e. a primary dependence of the metallicity on Σ* and a secondary (inverse) dependence on ΣSFR. The contours indicate the density distribution of spaxels in the diagram, where the outer density contour encloses 90 per cent of the spaxels.">
            <a:extLst>
              <a:ext uri="{FF2B5EF4-FFF2-40B4-BE49-F238E27FC236}">
                <a16:creationId xmlns:a16="http://schemas.microsoft.com/office/drawing/2014/main" id="{D3626884-A052-84A0-4C07-598E43879D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0290" y="4478095"/>
            <a:ext cx="3205710" cy="23799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48268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Words>
  <Application>Microsoft Macintosh PowerPoint</Application>
  <PresentationFormat>Widescreen</PresentationFormat>
  <Paragraphs>1</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Rongjun Huang</dc:creator>
  <cp:lastModifiedBy>Rongjun Huang</cp:lastModifiedBy>
  <cp:revision>1</cp:revision>
  <dcterms:created xsi:type="dcterms:W3CDTF">2025-08-18T06:52:50Z</dcterms:created>
  <dcterms:modified xsi:type="dcterms:W3CDTF">2025-08-18T06:59:43Z</dcterms:modified>
</cp:coreProperties>
</file>