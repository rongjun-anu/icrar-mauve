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D44E2-25C5-6342-8416-09CACE4549A5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AEF21-850D-594D-B781-AFA5BF35F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8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AEF21-850D-594D-B781-AFA5BF35F1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FF59-F7A8-85A7-F4B9-909C09D4B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DC463-0A6A-7A0B-807D-9FD707AE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50E47-82CF-9452-2503-82486B9C2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FF19E-3BFC-F64F-FF3C-5A2B7119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113F8-135A-535F-4AD3-2F527AEB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BC16-529E-601A-D078-7E057BFF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8DAF-3162-D297-3ABD-AA5C45F31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EB762-EA47-6B29-AE27-0DD57E5A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71599-4FF9-3095-CA18-A547935A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F27A-322C-2A45-05D5-8CC92434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1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2DFB-9979-93B7-0789-A100E5486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B4449-C344-5473-530B-DF7FAB1AC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36A0E-BC13-3698-2933-E52A2F5D4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947E6-77A9-CD4A-35CE-A90C0FF4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8E6C-4226-F9FA-0881-CFB05306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2EE9-7CFB-9013-2098-29EF6450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225F0-2885-C2F0-43CA-C0FF2F5B6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2B555-D938-0A37-CA68-A3A5E285A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B6A5A-BF33-2702-3BF9-0AC0438C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1F972-30E8-E239-292C-C3A15FA9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817BF-A7F3-5C5B-4622-3C990D8E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2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A504-6931-8BAB-84C5-E8097379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A58D4-E4AF-995A-E1B3-7CD7FD3E7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6CA83-F28A-BCA3-9C13-D5EE61A43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FFD34-2FD7-A5DD-3614-507496EBB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887694-5839-3CF3-E4BA-F211FF1E8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D5496-417A-C3F3-2072-391F961E7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EFBB8-3D59-CC0E-8FFF-F68E5463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9DCC8D-A933-CBA1-72B0-5FC36D26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7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C25B-7DF9-8432-4586-143B5B8C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2E521-CDA5-1D38-3623-045BE0871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8BDE-3BA2-8DB3-BB21-BD3DBCB8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6DB6A-F6DC-F7C5-4D90-68BBE761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2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64962-7A08-C20A-763A-2248A991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DDC64-A6F8-44AF-173F-A0F1C747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70183-9086-D09F-231F-7EF0158F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4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C0F7-932B-0894-E47F-37CAAE6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E8C5-82DF-8A49-9AB7-DA5908060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75B9B-DFA0-5E19-0E99-30E39784C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343FA-D13A-6EBD-D06B-7E7D8215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9C29F-7F23-F6E2-AAEA-FBBF5CA6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26B29-4E77-1346-7AF8-29133C53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7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C387-05BE-182B-1DD2-E2A4C6B4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0AB5D-30D4-1FB3-42D8-4D396814E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B0DFF-F736-E43D-B360-22D6FB725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15555-4B4B-CD3E-73B6-7C62A0C4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D1322-6F57-C48B-A69C-15A2BBBD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DAB68-5859-AAEF-9A07-8A4C80A0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0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1A7E-E6D4-CB8D-C8CD-9FB8BF2C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C3E24-6FB4-0F41-4D0B-3B097DF50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D0DA4-8732-A658-6E82-6C5AC33F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93691-7A27-5F33-65C2-13CAD5DB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CB45F-345C-98E6-EEDF-CAD5DBE3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4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A1926-4D74-EDE3-5928-634FCB67D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1C392-A617-642B-6D8E-9983720EF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E16EB-B76C-C78D-415F-15D93D12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4AB8D-0FF3-D701-2CCB-FE48E5424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62800-5F9D-B567-EE60-CCA97D5B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B7DF71-3321-912F-3626-540E3C64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F7B79-16B4-E979-DB71-30640CED0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8B9A-6320-20B8-313E-142CA6332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43845-ED76-DE45-BD1A-5539177AB46C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6293F-B64D-46E4-4913-9FF9C7A5B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48BAA-EAC2-DAE3-CECB-ACAAF9CED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B8F5D-871A-C042-833B-743CD98E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17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6143425-0806-C48F-BEEA-630C693E1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457" y="0"/>
            <a:ext cx="5497544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836FF2-0F6F-7AD4-E3CB-9D6D7878C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479" y="0"/>
            <a:ext cx="5517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5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D83749-B87E-7500-C11E-A594C55E2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456" y="0"/>
            <a:ext cx="549754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D62B61-2615-69BA-D068-B97F2337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6694456" cy="33218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CDF672-AA31-7DD6-AE09-B219E6312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6111"/>
            <a:ext cx="6694456" cy="33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20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2025-06-24T05:22:56Z</dcterms:created>
  <dcterms:modified xsi:type="dcterms:W3CDTF">2025-06-24T05:38:07Z</dcterms:modified>
</cp:coreProperties>
</file>