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C98C7-58D8-3404-839B-D6EB51863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2FC03-0417-0006-697C-625A9F82E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0881-AB0C-8B49-07C6-550877438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FAE79-10FD-2F13-22E0-567B3E48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A511D-3D83-BD8D-DEFD-7D9A2E3D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8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93E5-A717-24C8-D026-78AE88E3B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2959-7E25-DAA8-5E1C-00F326EC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B934-8A89-F520-3E50-C4EE810F3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936C-EC0C-97DE-DC54-90D7DF29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2846-46E4-CC07-4F3A-BDCC4BFE6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8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4A5F-90A3-89A5-9B1E-A8FE325D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5ADC6-F815-2631-FC87-CC4507617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E8B5A-83D7-9A78-3F54-C97F5DA01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33BE0-3C21-46ED-FEE2-A5A3600B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A2D9-E22B-B9F4-BE2E-123DC87B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5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C239-DC53-D715-A94F-7A6B16B2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6BB98-EAE1-925B-3EAD-E972B16C2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2D77DE-5D99-8CEC-58FA-B03549B16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41730-63C9-F64F-65F2-74B25843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C0A53-434A-55D6-282B-87E2273A0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CD1A3-460D-41B8-FB49-EA1A5F0D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3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C0BB-8D39-BF5D-B452-0E400DA4E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6A99B-8FD2-5033-3399-BC5D46543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AF848-B51F-2395-11AB-A554A5991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EC7C6-517E-FD85-CED6-792E81DE82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D4CC-F4C9-549C-66A8-3572735B37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783091-1E69-5DA7-F4E9-F5784355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A38DE-060B-5C11-C64D-85180ECBC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6C7E1-F7CB-90D3-DB50-48E0D29B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35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F3C6-52C9-1D17-4A87-EF54AD43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793AD0-4984-4C30-D395-18984B7C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E0BB-2C0A-49CE-DD46-C7BDE2138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045BB-23EE-7CA9-2986-9C72B9D5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98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9C366B-E294-C6CD-EE2E-795FC60D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33D0A-FE46-95AA-E004-00CA35B8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93F46-4C56-6F22-74D7-EBFACA91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3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7480-56D5-8E22-65B9-9B33A8CF9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66A5B-01E2-223C-0CDE-7F14AC944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06B09-345D-6B7A-A500-41F40C393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78C76-9937-AE40-646C-A91EB4909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B007B-77B3-9232-1E1F-6EBA937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F7-655F-EB9F-C6C8-C9F91D12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4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AD6E-AF11-F080-833D-1A30E806B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DBD559-EC01-520E-D110-576508823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82430-FB31-798F-043F-18230A559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97C30-D72E-81B6-19EA-64D1661AB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9193-F224-7C7C-699C-541F7A62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365CB-80BA-188D-FA6B-0DFC96668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C7CE-9DC1-9EBE-844B-4D693CF4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6A5B1-E746-D195-81ED-5E50ACE66E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2AC74-926F-5323-FD10-B10E7A5E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39904-046D-FBD7-9DD0-4EF996F8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74A1-1AAB-06BD-F4F9-F02B3A9D2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33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8451D-3618-51A3-FC46-0F24D5AFC7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3131F-0306-D7F5-65BE-0464B81C6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B069-1435-50A7-D587-55610771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38147-A045-A179-6A62-FF17066A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2CB81-4D78-8512-A717-C6AD8D7C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36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9A134-5357-EC9C-1287-7D65E61A0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63A19-E47C-5101-2FC6-6CB09E768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2868-F3B8-43DA-4F45-79518A755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75535-1CF7-9941-9A42-C8418FD9D43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2DF2D-0F5F-E5C4-9D7C-FED4A61A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F23F-9076-74FC-6BDA-199930D37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32B70-59C9-7D43-83FC-78301BA3BA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7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6E0A-3628-D37A-3A45-BEB8C2DDCC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3B467-E0CF-634E-AFD1-079A63912C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E9B797-1F15-3A39-6D05-61CFDFEE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303" y="0"/>
            <a:ext cx="6757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1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F51-3619-F3D7-EE81-CBBC605F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78B9-9873-44D6-3029-7FCD2D4E8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242E2-709B-A08C-88EA-E8A418DAD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71" y="0"/>
            <a:ext cx="6723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7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A27DB-2A99-7FE8-5FB1-80F32310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CC6AE-B4F2-69C0-5A46-986822D68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DBB310-0F84-905A-8B49-FE947993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303" y="0"/>
            <a:ext cx="6757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2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2025-09-30T06:04:57Z</dcterms:created>
  <dcterms:modified xsi:type="dcterms:W3CDTF">2025-09-30T06:07:15Z</dcterms:modified>
</cp:coreProperties>
</file>