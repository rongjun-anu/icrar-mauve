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52"/>
    <p:restoredTop sz="94631"/>
  </p:normalViewPr>
  <p:slideViewPr>
    <p:cSldViewPr snapToGrid="0">
      <p:cViewPr varScale="1">
        <p:scale>
          <a:sx n="152" d="100"/>
          <a:sy n="152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71CC-6BEE-0D93-4FCD-FB7293E72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868B4-DDC6-473A-4AC1-6E9F08C4B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3C044-37F1-EAF7-09EA-C2553D5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45C6C-B0C8-2595-0F8F-2E98D3E3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0D3C-E15D-2CBC-1822-C5DDFFA3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5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293C-0D3C-859A-D9FC-776167FB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D02BA-E21F-5130-ACE6-663174835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5A3B9-8EF3-46DD-3088-D69882E8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99716-4B39-B636-DA28-36B717D1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EEA51-5C85-3F68-2F65-E834B1DC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7D61-9E42-F26D-0716-CE684A6D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06269-B3C3-D898-C4C9-0C0F255C4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ED655-284F-6A17-1DAD-8D0BC18F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05BD-307A-1204-C137-B5A6DF4C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301C7-422E-1C0A-4A9C-4C40CECB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3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6E80-15F2-0F74-0A19-B496059D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E7F7D-5021-F3CA-A1A5-186B2D7812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E392-B3EF-CA17-6F53-9FE0A38B5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51158-5AF7-2254-E185-9ACC2D96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C803F-A120-32F9-1227-6E672EB9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603D2-98A6-C3AE-8A7B-D6469A1F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77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A35F-4CBC-1E14-CDB8-41509AAE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3417-145B-FD15-041F-EB9915C7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CF395-4DC4-B1FD-DF31-567769312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4117A-2058-7407-0F56-AB5D17FDB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26C88-C574-F5BE-F991-2A2AC154C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7347C4-AB2B-FB89-9480-15D4A966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D4190-989A-FBA9-8E7C-ED19986B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1ECB-3AE5-503F-916F-D1A724FBC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5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6F629-3BB3-DA81-2508-233A97A2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73084-C0B3-B587-B2D5-A91E6DA0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683BF-0A06-B054-7A26-3DE7ADF9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62F9B-6C20-1620-8127-7D787A92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6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366E3-C2D2-6FED-ADF5-FEBA0D7B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DCB37-3A9F-E3B4-8356-CEC56CDA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7ACCD-39B9-1DEA-7544-F89C9BD2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3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B8F8-045E-8C22-C723-C361992F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2ED6D-ECDF-2397-553B-D209E947A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5C166-7824-AD7E-1E4B-D056CB3FB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40635-9C00-99A2-ED67-BBE1DE90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D2801-7274-D0E7-8634-A6401BF34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BA70C-DF4F-17F7-EE75-864CC018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1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C1D4-65A3-0F4D-BD86-A6E0DE0BF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26D11B-8DC6-B5E3-A68C-B9C2EF49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CA210-65E4-C679-EE9E-9CBB34D28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679A6-DC55-85CC-D48B-9A10D515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DE2A4-EAE5-FC5E-4749-6F76D97C4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21DE7-0DDB-5D55-D2C8-B0BA53A1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597C-7AA5-586A-BF16-5877F7D3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10640-341C-AB3E-B481-90BC4C04D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867F-D9D8-BE82-904E-50ADC880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A5138-EB3A-564D-7898-85702686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E9EB4-84CA-D9E1-ED14-8C142512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7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683F52-E823-89C6-0293-600BCFFA3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F3272-6470-4FF8-BC02-8819EBD8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D4BA-5B6D-DFD0-BDB9-709B20626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30FB-047F-86C7-BDE6-25ACCF91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90712-85DB-E181-54E9-9AC9071E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2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6BE05-A6C2-9802-0FF5-5BFAAF8A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7EC3F-0B66-99D3-3A36-4EC55D4E8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2430C-ECC4-40D9-5B84-31FE649B3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F0023-73FC-0944-BD6E-49B3FB7A0CF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FCDDE-E17E-7D26-DAA8-90670BB4D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A26EC-7E15-0F8F-9EA9-6D8384730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2BA95-55BE-E34C-AE2F-1933114BE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F692CD-B537-7F6F-6C63-D547055FD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779" y="0"/>
            <a:ext cx="554922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B455AB-5606-CD39-EC1D-687B147C3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668"/>
            <a:ext cx="6646365" cy="513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9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6B0429-A602-1D1E-9B47-7EE200E8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760" y="2070513"/>
            <a:ext cx="3517119" cy="271697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57BAF2A-CA4C-A386-7CA6-452C33773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8" y="2070513"/>
            <a:ext cx="3537345" cy="273259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E24BC06-4876-34A6-20AF-F0B0904D1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440" y="2070513"/>
            <a:ext cx="3517120" cy="271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2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5A6B1-1560-0557-FD49-31AB93A9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1A4B3B-F31C-5A4E-071A-190E670B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9" y="3836452"/>
            <a:ext cx="5426764" cy="26998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6A7F2-7165-BCA0-A520-28DA47187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21" y="232629"/>
            <a:ext cx="3760738" cy="29051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F0B63F-5951-2ACE-A314-2F3E28DA8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460" y="335307"/>
            <a:ext cx="5426764" cy="2699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FAA58F-F960-6E2B-DA16-5D81B7811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926" y="3874886"/>
            <a:ext cx="5112595" cy="254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1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&#10;                     Figure 10 &#10;                  ">
            <a:extLst>
              <a:ext uri="{FF2B5EF4-FFF2-40B4-BE49-F238E27FC236}">
                <a16:creationId xmlns:a16="http://schemas.microsoft.com/office/drawing/2014/main" id="{FA096505-30B8-5116-CF03-420D657C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05729" cy="523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7C4C93-261F-D1D2-645B-D016C8B01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15268"/>
            <a:ext cx="8533798" cy="4242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5105F0-B656-7090-92DD-4B27DC67E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453" y="0"/>
            <a:ext cx="3385640" cy="261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4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2025-09-23T05:47:43Z</dcterms:created>
  <dcterms:modified xsi:type="dcterms:W3CDTF">2025-09-23T05:58:57Z</dcterms:modified>
</cp:coreProperties>
</file>