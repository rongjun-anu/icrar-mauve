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F8B0-DF8E-5AB5-F513-54FB18896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E9F95-04B5-6807-1682-408C332E5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23CB0-B5EE-6C7D-A776-EEC8754C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B60F-0315-6B1F-1BC2-15B395C2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1AE53-461B-D2A5-D02C-65B98F24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8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C18B-80EF-757A-0C0D-D55A27EE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FC05-220C-1717-3F32-846203A38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C8D2-8A51-F295-6805-17DB49FD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51BA3-7445-788A-D7AF-23686EBD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502E5-C572-F981-5288-5D17A60A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4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777E-795B-0091-D34F-00E2EA05A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AC073-18F8-F2D5-E5EE-8AE23C486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CCDA2-C87B-091E-DC65-1BD6736E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C9EF-2273-C955-A639-0E729B10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E114D-AB10-4D6C-D38A-54134E3D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8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1B62-83B0-347A-4BD9-4A59F1FC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BA408-7D0E-EB8F-FD5F-FA320CFDC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4502D-1C4E-079C-C24C-00B5A08D9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DC417-EA56-DB38-78F5-1DA96D6D1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C1572-8FE0-39FA-3A01-8846BBDFB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AC0DE-E1B0-EB24-AA93-B895918E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8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1705-D62A-0CE7-1220-B1F40E66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30B35-E981-97EA-242A-DE08650BC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EFAAA-109C-E962-FF0E-F63FF2243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E259C-3DB9-8E77-37B9-F7CF1A806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3F31D-5911-3F7E-B6C1-EA4544DA8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CD38B-6DD1-AAAE-3BEA-EC0BCFCF2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7B9FD-22CE-8C14-C0FB-E7BC5AE9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8223FC-7489-11D7-F112-7991FEDD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6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F6A1-5AFF-1475-692D-A16ABDC4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3B42D-4839-A9AF-0EC4-792ABA41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E1B3F-F93D-7D81-ADD8-A91E2ED7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4466F-E53F-264F-4C4D-0126C295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2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FD280-0354-8EA4-4D00-5239543E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5703A-80F0-D3F5-0F46-CA3CF9B6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C9C0A-7F19-83E3-FC41-EE6322DD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3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BCC9-CD34-46C6-1CC0-4304F23A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E8FD-3501-96D0-3572-BA30ABED2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2FA0-43A9-E95F-94CD-5B5351A46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C0200-863A-3617-DF63-38EB775B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66EF9-DC32-7182-BB00-4D6D223F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4C9F-DBC9-39E1-23E9-5543275A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1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D09F-60BE-3943-DE6A-2D7C6D1C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215980-70C8-94D8-771B-3C5D22434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AB280-58B5-2391-6381-D678995A9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55A03-EAF4-0451-5B70-E86345A2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6C270-A3EF-B88B-A6DA-FD92E88E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705D0-E449-2DF2-5AA2-932886BB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0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5369-D4C0-4309-F5A2-1A54D683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2EDFB-9BE8-BB1D-EF8D-BE1ECAF1D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01DCD-C1EA-816C-C0C2-8B4B3C44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E1FD0-A82B-A542-8438-F5E8CB0A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78F70-4A60-AFC1-BBC8-F344A5C7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8CD65-DFCF-3127-0BF6-E389962B9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A6561-2728-7E15-C303-E2683970B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6987-137D-285B-B320-21B46C3A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42FF-5393-E589-501B-47796976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6E770-5650-E458-DD6D-359DE331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4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C54AA-695F-C1BE-BDB6-48C9EB5B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2941C-CA34-9C71-029F-745BB8296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28781-DBD2-49F6-7C96-62CCA108D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06AB2-43D2-164C-A0CD-5D5867D870A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A4AD1-DF7A-B11A-E549-5B0C38006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7EF02-75D2-0DA4-C582-4055C3FE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9FB7C-A313-D44C-9598-BA4CB13F0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1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DAE071C5-EEF5-2722-75A4-EDF319C9C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420766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ame as Fig. 1, but where the galaxies are divided into three bins of total stellar mass, M*, as indicated on the top of each panel. The figure illustrates that the local metallicity has also a dependence on total stellar mass and that the inverse correlation with ΣSFR is strongest for low-mass galaxies. As a common reference, the density contours are the same as for the total population in Fig. 1.">
            <a:extLst>
              <a:ext uri="{FF2B5EF4-FFF2-40B4-BE49-F238E27FC236}">
                <a16:creationId xmlns:a16="http://schemas.microsoft.com/office/drawing/2014/main" id="{6C9A8564-9B96-3430-6421-D4168A77C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025"/>
            <a:ext cx="12192000" cy="33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11A600-DBD2-60E6-53F9-677BBD551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668" y="4122718"/>
            <a:ext cx="7984332" cy="2041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AE921B-E965-8AA0-1C24-0E58055F61BE}"/>
              </a:ext>
            </a:extLst>
          </p:cNvPr>
          <p:cNvSpPr txBox="1"/>
          <p:nvPr/>
        </p:nvSpPr>
        <p:spPr>
          <a:xfrm>
            <a:off x="10799805" y="3059667"/>
            <a:ext cx="139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Baker+2023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DCD18-D8D1-2A91-47CD-DBBA3DDF69B0}"/>
              </a:ext>
            </a:extLst>
          </p:cNvPr>
          <p:cNvSpPr txBox="1"/>
          <p:nvPr/>
        </p:nvSpPr>
        <p:spPr>
          <a:xfrm>
            <a:off x="4207668" y="6326474"/>
            <a:ext cx="139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Koller+2024</a:t>
            </a:r>
          </a:p>
        </p:txBody>
      </p:sp>
    </p:spTree>
    <p:extLst>
      <p:ext uri="{BB962C8B-B14F-4D97-AF65-F5344CB8AC3E}">
        <p14:creationId xmlns:p14="http://schemas.microsoft.com/office/powerpoint/2010/main" val="394235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500772-E5A2-0865-E51E-2282381BB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85314" cy="6858000"/>
          </a:xfrm>
          <a:prstGeom prst="rect">
            <a:avLst/>
          </a:prstGeom>
        </p:spPr>
      </p:pic>
      <p:pic>
        <p:nvPicPr>
          <p:cNvPr id="5" name="Picture 6" descr="Same as Fig. 1, but where the galaxies are divided into three bins of total stellar mass, M*, as indicated on the top of each panel. The figure illustrates that the local metallicity has also a dependence on total stellar mass and that the inverse correlation with ΣSFR is strongest for low-mass galaxies. As a common reference, the density contours are the same as for the total population in Fig. 1.">
            <a:extLst>
              <a:ext uri="{FF2B5EF4-FFF2-40B4-BE49-F238E27FC236}">
                <a16:creationId xmlns:a16="http://schemas.microsoft.com/office/drawing/2014/main" id="{D1541F13-DFA2-F8DF-3859-7F8BB704D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496" y="5325762"/>
            <a:ext cx="5566504" cy="15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">
            <a:extLst>
              <a:ext uri="{FF2B5EF4-FFF2-40B4-BE49-F238E27FC236}">
                <a16:creationId xmlns:a16="http://schemas.microsoft.com/office/drawing/2014/main" id="{DBC73945-1098-0F4B-3513-D763C63C6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62" y="0"/>
            <a:ext cx="3608738" cy="294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7801CA-7774-F29C-1697-C642EDF43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262" y="2940908"/>
            <a:ext cx="3608738" cy="92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6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6E23B-F5B3-C500-63A7-78D5D9D8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2D8832-6071-59AE-74CC-ACFCB177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585315" cy="6858000"/>
          </a:xfrm>
          <a:prstGeom prst="rect">
            <a:avLst/>
          </a:prstGeom>
        </p:spPr>
      </p:pic>
      <p:pic>
        <p:nvPicPr>
          <p:cNvPr id="5" name="Picture 6" descr="Same as Fig. 1, but where the galaxies are divided into three bins of total stellar mass, M*, as indicated on the top of each panel. The figure illustrates that the local metallicity has also a dependence on total stellar mass and that the inverse correlation with ΣSFR is strongest for low-mass galaxies. As a common reference, the density contours are the same as for the total population in Fig. 1.">
            <a:extLst>
              <a:ext uri="{FF2B5EF4-FFF2-40B4-BE49-F238E27FC236}">
                <a16:creationId xmlns:a16="http://schemas.microsoft.com/office/drawing/2014/main" id="{ECF7C0E0-DCF0-A4F1-292A-AD40D67B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496" y="5325762"/>
            <a:ext cx="5566504" cy="15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">
            <a:extLst>
              <a:ext uri="{FF2B5EF4-FFF2-40B4-BE49-F238E27FC236}">
                <a16:creationId xmlns:a16="http://schemas.microsoft.com/office/drawing/2014/main" id="{31BAFA97-7F56-E16B-BE55-502BF8CE1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62" y="0"/>
            <a:ext cx="3608738" cy="294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AE55C3-5E49-3EDE-9302-D98C43254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262" y="2940908"/>
            <a:ext cx="3608738" cy="92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11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2025-08-05T05:40:59Z</dcterms:created>
  <dcterms:modified xsi:type="dcterms:W3CDTF">2025-08-05T05:54:29Z</dcterms:modified>
</cp:coreProperties>
</file>