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0813-B71D-1CE4-6DAB-3D57E0422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364E8-9312-2E19-1EE6-4837C6917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300A-B98B-8F06-AD4F-86D35FC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A83F-9F99-0DFE-873E-574A9006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B55FB-FA9F-8C66-419A-F1E11D93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DF0A-55D5-5D95-2232-49E359BE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F1C9-1794-FA9F-C45D-BD4D6459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7BCF-A3FD-9F13-33AC-9654896D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3C460-5B9C-3509-B168-51BAAB30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0CE99-EF85-43BC-4E99-51FBAA72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2FAE-2D01-4676-44C9-08529ADA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71323-606F-DC4C-E160-1831D6FCE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CB290-24D6-7F72-7223-73973207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CFCA1-3DC8-7A84-9524-ECA1F070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9FCB-DA42-3AD0-6C30-C8FFA5E7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2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08C7-9675-435C-795B-6EAFD464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8436-79AF-88F3-6792-9BF4EFDDA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E856D-DEA2-6D49-2F98-059908DC8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84F29-2359-3DE0-5E31-DC924C1F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12891-7639-84FC-7F4E-F391FC46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CD88-BA1F-3102-C7A6-E9DEF04F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1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38A9-1666-6780-B435-10C85807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C9E40-A737-72B4-2F47-7EFCD458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2A90A-BC25-1FB8-15A4-81F9CAC60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F9F23-F679-A068-DFDD-2D04E29DD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1E967-5EF8-FFB4-A911-6C1092C78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1A014-EBA4-F4A2-03AC-78747F3E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DD929E-7BD7-5AC2-85E5-A2683332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BA019-01E6-8C7E-E574-DEACA26F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FC7A-BC1D-0782-2132-760E3EFC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AC60A-312D-E1C2-D4E4-71F3F644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298B9-2D01-EE23-6E5C-C539DA3F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2B12E-ED6A-E987-DD7B-EFFAEC7C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3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7DC03-6286-DA76-E5B7-D1A95B37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5655E-8257-2EEC-4DE6-9287565F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F0115-D752-02B5-9743-9E8E8F24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2E5A-9E14-C19F-C2B9-AD5B6695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270E-D740-4807-2D5F-FA3733DBA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78FF2-8AE7-093D-8426-B3ED59AEA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0C3F2-F389-5890-ECCF-3D01D9CE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35624-F3D9-63E2-D5D1-8248C93F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86328-6B2E-114C-15E3-0C2FD28A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4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9D62-8ED0-A486-C56C-FF3DD653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733E3-8F91-B834-990A-79187754C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9129B-200F-B1DD-70E3-D0F9CB7E1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0732C-1304-B474-14FF-0F1F03C9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95DF5-4F85-AC9D-29C9-A43A9C2C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4BA3-4BF6-0930-6C49-8E162F1D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8CD0-0BB4-8D06-8B9F-540B6468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470F9-4795-1810-DD41-B17665CAE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E12FC-6187-1EB9-E619-9B1967B4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6F847-68F2-9C07-188F-BD51ABC6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F078-DB32-6031-2E5F-C0268AD8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24432-7473-1A66-6FCB-F6F84AFA5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B88DD-7FB3-D96B-DBF9-D33DD0F6C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AB1A-5BCA-9F23-588B-8E34C07E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2DE7-7986-D5D7-7BE5-6EB0DA4B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E1121-E31E-F02F-00D8-AA971C55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0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C1AB4-31F2-C0ED-C643-28CC8101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B9829-747A-017C-543C-3777C140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C39AC-B233-DC47-8DCF-1657FC7D5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30B87-C443-B541-B5D2-24BA5032691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3E16C-15CF-AE69-ED28-2953AB8BC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A3473-0662-F81E-EAE9-D1050BCE1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E0E62-0837-8245-98F7-CDA03B893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5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3A0F-7920-9F3B-A935-EA25919A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00F7-C91C-55EF-6BB0-D090203CA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7F7B3-205F-6F87-A986-ED8676ADA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50E1B-884E-027E-B26B-8526ED4D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996"/>
            <a:ext cx="7772400" cy="68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1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F1A7-42B4-0398-9AA0-C357DD951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65EF8-7466-3180-F297-1871D5C05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C2B92-C7EA-774B-07D6-8F61CD1E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733"/>
            <a:ext cx="7772400" cy="64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7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4924-2503-0E6A-2F66-DCE1BD26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6860-1E62-A9FF-16D7-7950F6716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7D681-EC57-6B98-2AA5-62BB044B9C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48AB4-7507-6411-F914-C1ED7D384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574" y="0"/>
            <a:ext cx="7082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7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C7AE-5C91-C3CD-3160-11A0260F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156D-FDEB-A408-45B2-2AC08B12F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5B3AC-33F6-7E20-0615-CE4BD4BCF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4F9C4-C5B5-B2B4-DEAB-9803F26F6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1215"/>
            <a:ext cx="7772400" cy="645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6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2025-10-14T05:58:35Z</dcterms:created>
  <dcterms:modified xsi:type="dcterms:W3CDTF">2025-10-14T05:59:54Z</dcterms:modified>
</cp:coreProperties>
</file>