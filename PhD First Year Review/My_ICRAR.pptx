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11AE1-127A-3023-F659-3FD226416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CB9D9E-5F05-D3A2-7D5F-9BE20356FC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39282A-BA51-F346-FFA2-D521B3A43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879DA-D1F6-F948-9A0A-8179FDC07EB7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13BD9A-6D2D-4B7A-2453-3B19AE79F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AC5182-4643-9CF6-2DD6-0FAB3CE57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F06C3-B991-414A-9261-5E4DE6471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371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EEBD2-1D8F-82C4-74EF-0BDD53DED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AF612-95D5-37C2-785C-FEA083AE6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CFE0D-844E-57A2-9E33-6719D11AB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879DA-D1F6-F948-9A0A-8179FDC07EB7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5757A-AB38-4D74-1AC8-78855E0CC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78970-F86B-3410-36D1-9D47FFFE3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F06C3-B991-414A-9261-5E4DE6471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910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3142F-1FB5-5DD8-D67F-7E80E8C1A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77162C-B397-4883-5C10-0E6053D7DC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554CFF-C7E5-DD0D-DC61-C41A910C1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879DA-D1F6-F948-9A0A-8179FDC07EB7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D3345-62A7-0789-C22E-372FBB431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6F29C-AC80-15DE-1C37-3DEF0FE49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F06C3-B991-414A-9261-5E4DE6471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074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B77B5-5B3F-334A-AC86-A61A86B94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9480B-4434-EE3D-1FA5-E95DAFD3C8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413A39-C77C-A304-9BA1-1A210F133C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14E287-94AC-E572-4717-FC3A96EF6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879DA-D1F6-F948-9A0A-8179FDC07EB7}" type="datetimeFigureOut">
              <a:rPr lang="en-US" smtClean="0"/>
              <a:t>2/20/26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59B305-8E7D-F664-7847-9B349CB5C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F1A6B7-6F9D-F40A-A69B-D3F0CF86A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F06C3-B991-414A-9261-5E4DE6471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242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DD932-6E14-6D46-3A79-7D9284886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E0F92F-B270-4FC8-9522-51F9D227F3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9AEAA9-9846-8F45-AFED-57EE31EE8B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0E4FB8-8A8C-A0A0-D61B-99E493EAF5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0042A3-2101-F429-888C-12B0084E16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213B5C-453E-F087-3CE2-32D87BC40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879DA-D1F6-F948-9A0A-8179FDC07EB7}" type="datetimeFigureOut">
              <a:rPr lang="en-US" smtClean="0"/>
              <a:t>2/20/26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9A321-3C9B-3999-8027-E29E97514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65E17C-0F37-E921-12D2-765341772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F06C3-B991-414A-9261-5E4DE6471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367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6FF74-6E60-09CB-2CD6-5D01EFE3F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2DC52-A8D2-2F0C-B8FC-ED21A6097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879DA-D1F6-F948-9A0A-8179FDC07EB7}" type="datetimeFigureOut">
              <a:rPr lang="en-US" smtClean="0"/>
              <a:t>2/20/26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23DE21-50E6-92E6-6502-A39F42301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4EB879-FEC4-C6B3-8613-67B535F00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F06C3-B991-414A-9261-5E4DE6471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269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3DF0D1-440F-8B91-8B91-D44FE810C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879DA-D1F6-F948-9A0A-8179FDC07EB7}" type="datetimeFigureOut">
              <a:rPr lang="en-US" smtClean="0"/>
              <a:t>2/20/26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F4090F-CA60-3A3B-FCB8-17BAEDB15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0E138B-7661-EFE6-57CB-A464153AB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F06C3-B991-414A-9261-5E4DE6471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429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20869-51A8-B357-75AA-370DB2350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2177A-99C1-79D7-2338-DCD9D602FC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540562-E610-476A-1C36-6D4D09256E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4C55A0-6DC0-4536-8B0C-871514F8C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879DA-D1F6-F948-9A0A-8179FDC07EB7}" type="datetimeFigureOut">
              <a:rPr lang="en-US" smtClean="0"/>
              <a:t>2/20/26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DF5340-36E7-3EBA-92BF-E1B6207A9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DC50E4-60F5-9D8A-92A8-753D23821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F06C3-B991-414A-9261-5E4DE6471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511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69-1AE4-B6BF-36EF-D7A08AAB3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7CBE28-8228-5BB0-8679-E7534B0058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436F5F-2865-4E61-8C5A-AB20F47AA5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A2288A-3CA4-127E-8DD7-E32158AE0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879DA-D1F6-F948-9A0A-8179FDC07EB7}" type="datetimeFigureOut">
              <a:rPr lang="en-US" smtClean="0"/>
              <a:t>2/20/26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1F285E-9B55-6B54-7591-09A807A0A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4218CA-F34A-7480-49F9-9284B91CC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F06C3-B991-414A-9261-5E4DE6471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640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D3D46-293F-6510-2F7A-B32157831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EE9746-D068-D8E0-0D22-567ED1D8D6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B914DF-3AED-5A48-D6CB-DC1EAB1C6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879DA-D1F6-F948-9A0A-8179FDC07EB7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549F49-E23A-1923-12F1-D5D952FE7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91F60-CB72-CB88-5A85-194146E1B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F06C3-B991-414A-9261-5E4DE6471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566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999B4E-BB04-B2FB-73B4-6954DBF67D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51B7BC-8908-D08D-E40F-C8672CCB64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2FDBAF-752C-B98F-E759-E300B67AA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879DA-D1F6-F948-9A0A-8179FDC07EB7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BB0F69-FCA1-44CD-EB7D-3476EB8DC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294499-1144-993C-E38A-C5411B8A8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F06C3-B991-414A-9261-5E4DE6471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049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9261C0-C469-67B6-4CF7-D7B8B639B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805A38-8C6C-9F40-E365-3AEE52773E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7B12D-A6E3-9DA2-0524-FE42252DF8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3879DA-D1F6-F948-9A0A-8179FDC07EB7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95892F-C1D2-EC95-F0F0-4839D576F1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5A453E-F594-E44F-F320-71B845713E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4F06C3-B991-414A-9261-5E4DE6471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193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BF826-489F-A4F9-266C-79FBEBDB78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63301D-701E-2391-2154-E268DFB7BC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14103929-982F-4630-BE55-33FEB01315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5387721"/>
            <a:ext cx="7772400" cy="147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08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19A56-2F39-87E1-74E0-4A2FBA9F6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8346" y="277977"/>
            <a:ext cx="9675308" cy="815546"/>
          </a:xfrm>
        </p:spPr>
        <p:txBody>
          <a:bodyPr/>
          <a:lstStyle/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62F006D-D36E-62BE-FA5F-A72FA548B8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58346" y="222422"/>
            <a:ext cx="1800000" cy="926657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9C3AA88-5F78-4A9D-28E0-E9B872DE6E44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1258346" y="1149079"/>
            <a:ext cx="10575308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2133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Rongjun Huang</dc:creator>
  <cp:lastModifiedBy>Rongjun Huang</cp:lastModifiedBy>
  <cp:revision>2</cp:revision>
  <dcterms:created xsi:type="dcterms:W3CDTF">2026-02-20T08:01:07Z</dcterms:created>
  <dcterms:modified xsi:type="dcterms:W3CDTF">2026-02-20T10:13:42Z</dcterms:modified>
</cp:coreProperties>
</file>